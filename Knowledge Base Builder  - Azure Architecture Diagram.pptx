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ags/tag1.xml" ContentType="application/vnd.openxmlformats-officedocument.presentationml.tags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7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07F8B5-1C59-48E8-AB6B-FC1C47F8D71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42BEC-5B72-44DC-976B-74E7D5BBA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570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CA3DE-74DA-A5F9-37A0-4382ADBED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39A19-E507-0DE9-ECBC-1FCA73B920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ED8B6-4410-6D1C-E23E-662BB3F20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E91E6-B9F0-1896-917D-B7D83CB44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AEABE7-88E5-4CD1-8956-354FD9F5147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5174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3.emf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3.emf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200" y="5845180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 marL="0" indent="0" algn="l">
              <a:buNone/>
              <a:defRPr sz="1600" b="0">
                <a:solidFill>
                  <a:schemeClr val="bg1"/>
                </a:solidFill>
              </a:defRPr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title style</a:t>
            </a:r>
          </a:p>
          <a:p>
            <a:pPr lvl="1"/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699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3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33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63586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green">
    <p:bg bwMode="gray">
      <p:bgPr>
        <a:solidFill>
          <a:srgbClr val="43B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0" y="1700213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899" y="3423545"/>
            <a:ext cx="10418235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954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green">
    <p:bg bwMode="gray">
      <p:bgPr>
        <a:solidFill>
          <a:srgbClr val="009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7945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ue">
    <p:bg bwMode="gray">
      <p:bgPr>
        <a:solidFill>
          <a:srgbClr val="00AB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4511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blue">
    <p:bg bwMode="gray"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6261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0460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1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541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78737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dark green">
    <p:bg>
      <p:bgPr>
        <a:solidFill>
          <a:srgbClr val="009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Presentation title</a:t>
            </a:r>
            <a:br>
              <a:rPr lang="en-US" sz="650" noProof="0">
                <a:solidFill>
                  <a:schemeClr val="bg1"/>
                </a:solidFill>
              </a:rPr>
            </a:br>
            <a:r>
              <a:rPr lang="en-US" sz="650" noProof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3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39555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dark blue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Presentation title</a:t>
            </a:r>
            <a:br>
              <a:rPr lang="en-US" sz="650" noProof="0">
                <a:solidFill>
                  <a:schemeClr val="bg1"/>
                </a:solidFill>
              </a:rPr>
            </a:br>
            <a:r>
              <a:rPr lang="en-US" sz="650" noProof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5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648489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teal">
    <p:bg>
      <p:bgPr>
        <a:solidFill>
          <a:srgbClr val="00AB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Presentation title</a:t>
            </a:r>
            <a:br>
              <a:rPr lang="en-US" sz="650" noProof="0">
                <a:solidFill>
                  <a:schemeClr val="bg1"/>
                </a:solidFill>
              </a:rPr>
            </a:br>
            <a:r>
              <a:rPr lang="en-US" sz="650" noProof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9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2946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Presentation title</a:t>
            </a:r>
            <a:br>
              <a:rPr lang="en-US" sz="650" noProof="0">
                <a:solidFill>
                  <a:schemeClr val="bg1"/>
                </a:solidFill>
              </a:rPr>
            </a:br>
            <a:r>
              <a:rPr lang="en-US" sz="650" noProof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5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3156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69900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tx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8277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91"/>
            <a:ext cx="9348787" cy="4633910"/>
          </a:xfrm>
          <a:prstGeom prst="rect">
            <a:avLst/>
          </a:prstGeom>
        </p:spPr>
        <p:txBody>
          <a:bodyPr/>
          <a:lstStyle>
            <a:lvl1pPr>
              <a:tabLst>
                <a:tab pos="8972326" algn="r"/>
              </a:tabLst>
              <a:defRPr/>
            </a:lvl1pPr>
            <a:lvl2pPr>
              <a:tabLst>
                <a:tab pos="8972326" algn="r"/>
              </a:tabLst>
              <a:defRPr/>
            </a:lvl2pPr>
            <a:lvl3pPr>
              <a:tabLst>
                <a:tab pos="8972326" algn="r"/>
              </a:tabLst>
              <a:defRPr/>
            </a:lvl3pPr>
            <a:lvl4pPr>
              <a:tabLst>
                <a:tab pos="8972326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  <a:lvl6pPr>
              <a:tabLst>
                <a:tab pos="8972326" algn="r"/>
              </a:tabLst>
              <a:defRPr/>
            </a:lvl6pPr>
            <a:lvl7pPr>
              <a:tabLst>
                <a:tab pos="8972326" algn="r"/>
              </a:tabLst>
              <a:defRPr/>
            </a:lvl7pPr>
            <a:lvl8pPr>
              <a:tabLst>
                <a:tab pos="8972326" algn="r"/>
              </a:tabLst>
              <a:defRPr/>
            </a:lvl8pPr>
            <a:lvl9pPr>
              <a:tabLst>
                <a:tab pos="8972326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441454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604867" y="1700213"/>
            <a:ext cx="6117233" cy="4598988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90"/>
            <a:ext cx="4333663" cy="4633911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031283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3548223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65818"/>
            <a:ext cx="1125220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27000" indent="-1270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279400" indent="-1270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31800" indent="-1270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584200" indent="-1270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299047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1 column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76402"/>
            <a:ext cx="11252200" cy="4622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3788288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0" y="2054581"/>
            <a:ext cx="11252200" cy="3928209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0" y="1659816"/>
            <a:ext cx="11252200" cy="3571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092560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0" y="2051999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0" y="1665289"/>
            <a:ext cx="3600000" cy="39211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296000" y="2051998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296003" y="1665288"/>
            <a:ext cx="3600000" cy="39211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086960" y="2051999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086959" y="1659145"/>
            <a:ext cx="3600000" cy="3982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196690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468000" y="1665288"/>
            <a:ext cx="5328000" cy="4622507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94100" y="1656000"/>
            <a:ext cx="5328000" cy="4631795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6641584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9"/>
            <a:ext cx="4431857" cy="4633913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82100" y="1700213"/>
            <a:ext cx="6240000" cy="4598989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6013755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8"/>
            <a:ext cx="5328000" cy="463391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1600"/>
            </a:lvl1pPr>
            <a:lvl2pPr>
              <a:tabLst>
                <a:tab pos="6705432" algn="r"/>
              </a:tabLst>
              <a:defRPr sz="1600"/>
            </a:lvl2pPr>
            <a:lvl3pPr>
              <a:tabLst>
                <a:tab pos="6705432" algn="r"/>
              </a:tabLst>
              <a:defRPr sz="1600"/>
            </a:lvl3pPr>
            <a:lvl4pPr>
              <a:tabLst>
                <a:tab pos="6705432" algn="r"/>
              </a:tabLst>
              <a:defRPr sz="1600"/>
            </a:lvl4pPr>
            <a:lvl5pPr>
              <a:tabLst>
                <a:tab pos="6705432" algn="r"/>
              </a:tabLst>
              <a:defRPr sz="1000" baseline="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20"/>
          </p:nvPr>
        </p:nvSpPr>
        <p:spPr>
          <a:xfrm>
            <a:off x="6394100" y="1665288"/>
            <a:ext cx="5328000" cy="463391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1600"/>
            </a:lvl1pPr>
            <a:lvl2pPr>
              <a:tabLst>
                <a:tab pos="6705432" algn="r"/>
              </a:tabLst>
              <a:defRPr sz="1600"/>
            </a:lvl2pPr>
            <a:lvl3pPr>
              <a:tabLst>
                <a:tab pos="6705432" algn="r"/>
              </a:tabLst>
              <a:defRPr sz="1600"/>
            </a:lvl3pPr>
            <a:lvl4pPr>
              <a:tabLst>
                <a:tab pos="6705432" algn="r"/>
              </a:tabLst>
              <a:defRPr sz="1600"/>
            </a:lvl4pPr>
            <a:lvl5pPr>
              <a:tabLst>
                <a:tab pos="6705432" algn="r"/>
              </a:tabLst>
              <a:defRPr sz="1000" baseline="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2087259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8"/>
            <a:ext cx="5480400" cy="431750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239584" y="2125013"/>
            <a:ext cx="5482516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239584" y="1655763"/>
            <a:ext cx="5482516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66550322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239584" y="2125013"/>
            <a:ext cx="5482516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239585" y="1654028"/>
            <a:ext cx="5482516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469900" y="2125013"/>
            <a:ext cx="5482517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69898" y="1665288"/>
            <a:ext cx="5482517" cy="40942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936399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455116" y="1626099"/>
            <a:ext cx="4266983" cy="4673101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2400">
                <a:solidFill>
                  <a:srgbClr val="186A76"/>
                </a:solidFill>
              </a:defRPr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469900" y="1665288"/>
            <a:ext cx="6660866" cy="4633913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1626913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88742" y="1700213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41040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93338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9045636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82363" y="3076573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207211" y="3079742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44787" y="3076573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9069636" y="3079742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727360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76780" y="1703863"/>
            <a:ext cx="5536800" cy="54000"/>
          </a:xfrm>
          <a:prstGeom prst="rect">
            <a:avLst/>
          </a:prstGeom>
          <a:solidFill>
            <a:srgbClr val="186A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84900" y="1703863"/>
            <a:ext cx="5536800" cy="54000"/>
          </a:xfrm>
          <a:prstGeom prst="rect">
            <a:avLst/>
          </a:prstGeom>
          <a:solidFill>
            <a:srgbClr val="186A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69900" y="4065173"/>
            <a:ext cx="5536800" cy="54000"/>
          </a:xfrm>
          <a:prstGeom prst="rect">
            <a:avLst/>
          </a:prstGeom>
          <a:solidFill>
            <a:srgbClr val="186A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6184900" y="4065173"/>
            <a:ext cx="5536800" cy="54000"/>
          </a:xfrm>
          <a:prstGeom prst="rect">
            <a:avLst/>
          </a:prstGeom>
          <a:solidFill>
            <a:srgbClr val="186A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476780" y="1880213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6204097" y="1880212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481779" y="4256211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6204097" y="4256211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2840780" y="1880213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8550676" y="1880213"/>
            <a:ext cx="3171024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802551" y="4256213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8548900" y="4256212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340135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78609" y="1700213"/>
            <a:ext cx="3639312" cy="2052830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82784" y="1700213"/>
            <a:ext cx="3639316" cy="2059099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84188" y="1700212"/>
            <a:ext cx="3636962" cy="2057767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 hasCustomPrompt="1"/>
          </p:nvPr>
        </p:nvSpPr>
        <p:spPr>
          <a:xfrm>
            <a:off x="478609" y="3832225"/>
            <a:ext cx="3639312" cy="21814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 hasCustomPrompt="1"/>
          </p:nvPr>
        </p:nvSpPr>
        <p:spPr>
          <a:xfrm>
            <a:off x="4278313" y="3832224"/>
            <a:ext cx="3636962" cy="21866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 hasCustomPrompt="1"/>
          </p:nvPr>
        </p:nvSpPr>
        <p:spPr>
          <a:xfrm>
            <a:off x="8082784" y="3832224"/>
            <a:ext cx="3639316" cy="2188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369051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8817513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899" y="1857892"/>
            <a:ext cx="5544000" cy="1695451"/>
          </a:xfrm>
        </p:spPr>
        <p:txBody>
          <a:bodyPr/>
          <a:lstStyle>
            <a:lvl1pPr marL="0" indent="0" algn="l">
              <a:spcAft>
                <a:spcPts val="1333"/>
              </a:spcAft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2" y="1857892"/>
            <a:ext cx="5544000" cy="1695451"/>
          </a:xfrm>
        </p:spPr>
        <p:txBody>
          <a:bodyPr/>
          <a:lstStyle>
            <a:lvl1pPr marL="0" indent="0" algn="l">
              <a:spcAft>
                <a:spcPts val="1333"/>
              </a:spcAft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rgbClr val="33C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rgbClr val="33C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9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35" y="1857892"/>
            <a:ext cx="1244161" cy="549275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20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5" y="1863917"/>
            <a:ext cx="1244906" cy="549275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14437594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899" y="1857892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2" y="1857892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rgbClr val="33C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rgbClr val="33C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35" y="1857892"/>
            <a:ext cx="1244161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469899" y="4249681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6177460" y="4249681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469899" y="4103519"/>
            <a:ext cx="5544000" cy="54000"/>
          </a:xfrm>
          <a:prstGeom prst="rect">
            <a:avLst/>
          </a:prstGeom>
          <a:solidFill>
            <a:srgbClr val="33C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6167796" y="4103519"/>
            <a:ext cx="5544000" cy="54000"/>
          </a:xfrm>
          <a:prstGeom prst="rect">
            <a:avLst/>
          </a:prstGeom>
          <a:solidFill>
            <a:srgbClr val="33C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00436" y="4249683"/>
            <a:ext cx="1274916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459036" y="4248209"/>
            <a:ext cx="1244160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5" y="1863917"/>
            <a:ext cx="1244906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7898894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278313" y="1705968"/>
            <a:ext cx="3636962" cy="54000"/>
          </a:xfrm>
          <a:prstGeom prst="rect">
            <a:avLst/>
          </a:prstGeom>
          <a:solidFill>
            <a:srgbClr val="33C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69900" y="1705968"/>
            <a:ext cx="3627438" cy="54000"/>
          </a:xfrm>
          <a:prstGeom prst="rect">
            <a:avLst/>
          </a:prstGeom>
          <a:solidFill>
            <a:srgbClr val="33C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8104176" y="1705968"/>
            <a:ext cx="3629025" cy="54000"/>
          </a:xfrm>
          <a:prstGeom prst="rect">
            <a:avLst/>
          </a:prstGeom>
          <a:solidFill>
            <a:srgbClr val="33C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278313" y="1851441"/>
            <a:ext cx="3630168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9900" y="1851441"/>
            <a:ext cx="3627438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8093075" y="1851441"/>
            <a:ext cx="3629025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597893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9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301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56633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43366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0367377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olumn icon green">
    <p:bg>
      <p:bgPr>
        <a:solidFill>
          <a:srgbClr val="009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903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301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56635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43367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Presentation title</a:t>
            </a:r>
            <a:br>
              <a:rPr lang="en-US" sz="650" noProof="0">
                <a:solidFill>
                  <a:schemeClr val="bg1"/>
                </a:solidFill>
              </a:rPr>
            </a:br>
            <a:r>
              <a:rPr lang="en-US" sz="650" noProof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4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382378" y="6477001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5440898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467783" y="1665817"/>
            <a:ext cx="553773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6219570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4068268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207570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 sz="1400"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 sz="1400">
                <a:latin typeface="+mj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 sz="1400"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 sz="1400"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3A9F3BF-BB2D-4534-B398-6EEE0FC0BD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3302BDD-381B-4760-8E5E-726D6E6F4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90963829"/>
      </p:ext>
    </p:extLst>
  </p:cSld>
  <p:clrMapOvr>
    <a:masterClrMapping/>
  </p:clrMapOvr>
  <p:transition>
    <p:fade/>
  </p:transition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D89C7E6-37F5-4005-B8BE-658A5ADDE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758952"/>
            <a:ext cx="55483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FA13130-E22F-4F71-97DB-A64E7A175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4128" y="345992"/>
            <a:ext cx="5548399" cy="37920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ct val="88000"/>
              </a:lnSpc>
              <a:defRPr sz="280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C6932-A421-2AB5-A90F-4BC1852F88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0"/>
            <a:ext cx="12192000" cy="182880"/>
          </a:xfrm>
          <a:solidFill>
            <a:schemeClr val="tx1"/>
          </a:solidFill>
        </p:spPr>
        <p:txBody>
          <a:bodyPr lIns="1024128" anchor="ctr" anchorCtr="0">
            <a:normAutofit/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12575023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Circle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0150" y="153045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200" y="5845180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699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6" name="Group 15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GB" sz="2600">
                <a:solidFill>
                  <a:prstClr val="white"/>
                </a:solidFill>
              </a:endParaRPr>
            </a:p>
          </p:txBody>
        </p:sp>
        <p:sp>
          <p:nvSpPr>
            <p:cNvPr id="18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GB" sz="2600">
                <a:solidFill>
                  <a:prstClr val="white"/>
                </a:solidFill>
              </a:endParaRPr>
            </a:p>
          </p:txBody>
        </p:sp>
        <p:sp>
          <p:nvSpPr>
            <p:cNvPr id="19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GB" sz="2600">
                <a:solidFill>
                  <a:prstClr val="white"/>
                </a:solidFill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GB" sz="2600">
                <a:solidFill>
                  <a:prstClr val="white"/>
                </a:solidFill>
              </a:endParaRPr>
            </a:p>
          </p:txBody>
        </p:sp>
        <p:sp>
          <p:nvSpPr>
            <p:cNvPr id="21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GB" sz="2600">
                <a:solidFill>
                  <a:prstClr val="white"/>
                </a:solidFill>
              </a:endParaRPr>
            </a:p>
          </p:txBody>
        </p:sp>
        <p:sp>
          <p:nvSpPr>
            <p:cNvPr id="33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GB" sz="2600">
                <a:solidFill>
                  <a:prstClr val="white"/>
                </a:solidFill>
              </a:endParaRPr>
            </a:p>
          </p:txBody>
        </p:sp>
        <p:sp>
          <p:nvSpPr>
            <p:cNvPr id="34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GB" sz="2600">
                <a:solidFill>
                  <a:prstClr val="white"/>
                </a:solidFill>
              </a:endParaRPr>
            </a:p>
          </p:txBody>
        </p:sp>
        <p:sp>
          <p:nvSpPr>
            <p:cNvPr id="35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GB" sz="2600">
                <a:solidFill>
                  <a:prstClr val="white"/>
                </a:solidFill>
              </a:endParaRPr>
            </a:p>
          </p:txBody>
        </p:sp>
        <p:sp>
          <p:nvSpPr>
            <p:cNvPr id="36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GB" sz="2600">
                <a:solidFill>
                  <a:prstClr val="white"/>
                </a:solidFill>
              </a:endParaRPr>
            </a:p>
          </p:txBody>
        </p:sp>
        <p:sp>
          <p:nvSpPr>
            <p:cNvPr id="37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GB" sz="260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5746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head: No Content -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7CA39D1-D445-044A-AFA2-D1843D893C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6512" y="495992"/>
            <a:ext cx="569228" cy="139781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700" b="1" cap="all" spc="100" baseline="0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136CB96-E742-444A-B55F-00D82103A3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86247" y="495992"/>
            <a:ext cx="3488042" cy="139781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700" b="1" cap="all" spc="150" baseline="0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DELOITTE DIGITAL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3FF76A-4C04-7C40-B276-46DB909165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1081995"/>
            <a:ext cx="10325100" cy="6912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200"/>
            </a:lvl1pPr>
          </a:lstStyle>
          <a:p>
            <a:r>
              <a:rPr lang="en-US" noProof="0"/>
              <a:t>Your headline goes here when you’re ready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7D646A0-5F3F-BC41-8E22-2823D1AC8C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1773238"/>
            <a:ext cx="7353300" cy="5842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/>
            </a:lvl1pPr>
          </a:lstStyle>
          <a:p>
            <a:pPr lvl="0"/>
            <a:r>
              <a:rPr lang="en-US"/>
              <a:t>2 lines running intro text. Morbi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, porta ac </a:t>
            </a:r>
            <a:r>
              <a:rPr lang="en-US" err="1"/>
              <a:t>consectetur</a:t>
            </a:r>
            <a:r>
              <a:rPr lang="en-US"/>
              <a:t> ac, vestibulum at eros. Donec sed </a:t>
            </a:r>
            <a:r>
              <a:rPr lang="en-US" err="1"/>
              <a:t>odio</a:t>
            </a:r>
            <a:r>
              <a:rPr lang="en-US"/>
              <a:t> dui.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cursus magna, vel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et. Sed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at </a:t>
            </a:r>
            <a:r>
              <a:rPr lang="en-US" err="1"/>
              <a:t>lobortis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30218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9C89B76-DEAE-5C41-9869-7B2F9CAE0B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6600" y="815369"/>
            <a:ext cx="5759450" cy="28745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pc="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FF2059BB-0497-86C1-0B1E-8AB8A8F68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81752"/>
            <a:ext cx="5759450" cy="405188"/>
          </a:xfrm>
        </p:spPr>
        <p:txBody>
          <a:bodyPr lIns="0">
            <a:noAutofit/>
          </a:bodyPr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0" name="object 8">
            <a:extLst>
              <a:ext uri="{FF2B5EF4-FFF2-40B4-BE49-F238E27FC236}">
                <a16:creationId xmlns:a16="http://schemas.microsoft.com/office/drawing/2014/main" id="{1B6283A9-95C5-27FD-0E6A-D5086D8D1DD6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4800" y="0"/>
            <a:ext cx="5537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5566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3FF29-13E4-451B-8D34-52B1FCD53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886" y="1671953"/>
            <a:ext cx="9201966" cy="470979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B7EA57F-87E7-0C55-AC55-D21D77208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6" y="304800"/>
            <a:ext cx="9201965" cy="340136"/>
          </a:xfrm>
        </p:spPr>
        <p:txBody>
          <a:bodyPr/>
          <a:lstStyle/>
          <a:p>
            <a:r>
              <a:rPr lang="en-US"/>
              <a:t>Click to edit</a:t>
            </a:r>
            <a:endParaRPr lang="en-CA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C8D1DE5-02DD-60CE-CAE2-7E1B8C1B49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8277" y="779817"/>
            <a:ext cx="9137201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695360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87680" y="782625"/>
            <a:ext cx="11216640" cy="75725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87680" y="295683"/>
            <a:ext cx="1121664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87680" y="1611313"/>
            <a:ext cx="11216640" cy="4734292"/>
          </a:xfrm>
        </p:spPr>
        <p:txBody>
          <a:bodyPr/>
          <a:lstStyle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07D2C4-BADF-73F3-354A-B3DEE07890ED}"/>
              </a:ext>
            </a:extLst>
          </p:cNvPr>
          <p:cNvSpPr txBox="1"/>
          <p:nvPr userDrawn="1"/>
        </p:nvSpPr>
        <p:spPr bwMode="gray">
          <a:xfrm>
            <a:off x="10088545" y="6571622"/>
            <a:ext cx="0" cy="0"/>
          </a:xfrm>
          <a:prstGeom prst="rect">
            <a:avLst/>
          </a:prstGeom>
        </p:spPr>
        <p:txBody>
          <a:bodyPr wrap="none" lIns="0" rIns="0" rtlCol="0" anchor="b" anchorCtr="0">
            <a:normAutofit fontScale="25000" lnSpcReduction="20000"/>
          </a:bodyPr>
          <a:lstStyle/>
          <a:p>
            <a:pPr>
              <a:lnSpc>
                <a:spcPts val="900"/>
              </a:lnSpc>
            </a:pPr>
            <a:endParaRPr lang="en-US" sz="13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772699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9C89B76-DEAE-5C41-9869-7B2F9CAE0B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6600" y="815369"/>
            <a:ext cx="5759450" cy="28745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pc="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FF2059BB-0497-86C1-0B1E-8AB8A8F68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81752"/>
            <a:ext cx="5759450" cy="405188"/>
          </a:xfrm>
        </p:spPr>
        <p:txBody>
          <a:bodyPr lIns="0">
            <a:noAutofit/>
          </a:bodyPr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0" name="object 8">
            <a:extLst>
              <a:ext uri="{FF2B5EF4-FFF2-40B4-BE49-F238E27FC236}">
                <a16:creationId xmlns:a16="http://schemas.microsoft.com/office/drawing/2014/main" id="{1B6283A9-95C5-27FD-0E6A-D5086D8D1DD6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4800" y="0"/>
            <a:ext cx="5537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699092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1800D-CF54-5096-E16E-C5E188AA5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ts val="2400"/>
              </a:lnSpc>
              <a:defRPr lang="en-US" sz="21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1C5E979E-A05D-B9CE-5D65-5E57E9E4B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152" y="815771"/>
            <a:ext cx="10536522" cy="336927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080970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8A351-3E0B-9083-9204-33FE99AC6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Ins="0"/>
          <a:lstStyle>
            <a:lvl1pPr>
              <a:lnSpc>
                <a:spcPts val="2400"/>
              </a:lnSpc>
              <a:defRPr lang="en-US" sz="21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4228929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8">
            <a:extLst>
              <a:ext uri="{FF2B5EF4-FFF2-40B4-BE49-F238E27FC236}">
                <a16:creationId xmlns:a16="http://schemas.microsoft.com/office/drawing/2014/main" id="{BE50B45F-CAB2-3A27-2B6A-39AF1857EE58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4800" y="0"/>
            <a:ext cx="5537200" cy="6858000"/>
          </a:xfrm>
          <a:prstGeom prst="rect">
            <a:avLst/>
          </a:prstGeom>
        </p:spPr>
      </p:pic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31EF73D4-03C3-C755-440E-B0BC53BB6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152" y="815771"/>
            <a:ext cx="5843848" cy="336927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endParaRPr lang="en-US"/>
          </a:p>
        </p:txBody>
      </p:sp>
      <p:sp>
        <p:nvSpPr>
          <p:cNvPr id="9" name="Title Placeholder 6">
            <a:extLst>
              <a:ext uri="{FF2B5EF4-FFF2-40B4-BE49-F238E27FC236}">
                <a16:creationId xmlns:a16="http://schemas.microsoft.com/office/drawing/2014/main" id="{B49B2116-AB70-68EE-559E-5463E8757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907" y="381752"/>
            <a:ext cx="5832244" cy="405188"/>
          </a:xfrm>
          <a:prstGeom prst="rect">
            <a:avLst/>
          </a:prstGeom>
        </p:spPr>
        <p:txBody>
          <a:bodyPr vert="horz" lIns="0" tIns="45720" rIns="91440" bIns="45720" rtlCol="0" anchor="b" anchorCtr="0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513788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6">
            <a:extLst>
              <a:ext uri="{FF2B5EF4-FFF2-40B4-BE49-F238E27FC236}">
                <a16:creationId xmlns:a16="http://schemas.microsoft.com/office/drawing/2014/main" id="{BCD54B2E-F014-DF32-7093-BD7D6F9FA967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1200" y="0"/>
            <a:ext cx="5130800" cy="6858000"/>
          </a:xfrm>
          <a:prstGeom prst="rect">
            <a:avLst/>
          </a:prstGeom>
        </p:spPr>
      </p:pic>
      <p:sp>
        <p:nvSpPr>
          <p:cNvPr id="6" name="Title Placeholder 6">
            <a:extLst>
              <a:ext uri="{FF2B5EF4-FFF2-40B4-BE49-F238E27FC236}">
                <a16:creationId xmlns:a16="http://schemas.microsoft.com/office/drawing/2014/main" id="{8CF6D4BE-E7DA-41B2-9297-989F51E0C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907" y="381752"/>
            <a:ext cx="6276893" cy="405188"/>
          </a:xfrm>
          <a:prstGeom prst="rect">
            <a:avLst/>
          </a:prstGeom>
        </p:spPr>
        <p:txBody>
          <a:bodyPr vert="horz" lIns="0" tIns="45720" rIns="91440" bIns="45720" rtlCol="0" anchor="b" anchorCtr="0">
            <a:noAutofit/>
          </a:bodyPr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5BB5C0F-F779-DC88-CDF3-EB1493031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1825" y="787400"/>
            <a:ext cx="6276975" cy="692150"/>
          </a:xfrm>
        </p:spPr>
        <p:txBody>
          <a:bodyPr/>
          <a:lstStyle>
            <a:lvl1pPr>
              <a:defRPr lang="en-US" b="0" i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>
              <a:lnSpc>
                <a:spcPts val="2100"/>
              </a:lnSpc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9921819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6">
            <a:extLst>
              <a:ext uri="{FF2B5EF4-FFF2-40B4-BE49-F238E27FC236}">
                <a16:creationId xmlns:a16="http://schemas.microsoft.com/office/drawing/2014/main" id="{8CF6D4BE-E7DA-41B2-9297-989F51E0C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907" y="381752"/>
            <a:ext cx="6276893" cy="405188"/>
          </a:xfrm>
          <a:prstGeom prst="rect">
            <a:avLst/>
          </a:prstGeom>
        </p:spPr>
        <p:txBody>
          <a:bodyPr vert="horz" lIns="0" tIns="45720" rIns="91440" bIns="45720" rtlCol="0" anchor="b" anchorCtr="0">
            <a:noAutofit/>
          </a:bodyPr>
          <a:lstStyle/>
          <a:p>
            <a:endParaRPr lang="en-US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1306BEC3-D70E-C3A1-015E-69D0C9366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152" y="815771"/>
            <a:ext cx="6289382" cy="336927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endParaRPr lang="en-US"/>
          </a:p>
        </p:txBody>
      </p:sp>
      <p:pic>
        <p:nvPicPr>
          <p:cNvPr id="2" name="object 6">
            <a:extLst>
              <a:ext uri="{FF2B5EF4-FFF2-40B4-BE49-F238E27FC236}">
                <a16:creationId xmlns:a16="http://schemas.microsoft.com/office/drawing/2014/main" id="{75D13C3B-574D-0E8D-AA7C-46D540E513ED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1200" y="0"/>
            <a:ext cx="5130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52652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6">
            <a:extLst>
              <a:ext uri="{FF2B5EF4-FFF2-40B4-BE49-F238E27FC236}">
                <a16:creationId xmlns:a16="http://schemas.microsoft.com/office/drawing/2014/main" id="{8CF6D4BE-E7DA-41B2-9297-989F51E0C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907" y="381752"/>
            <a:ext cx="6276893" cy="405188"/>
          </a:xfrm>
          <a:prstGeom prst="rect">
            <a:avLst/>
          </a:prstGeom>
        </p:spPr>
        <p:txBody>
          <a:bodyPr vert="horz" lIns="0" tIns="45720" rIns="91440" bIns="45720" rtlCol="0" anchor="b" anchorCtr="0">
            <a:noAutofit/>
          </a:bodyPr>
          <a:lstStyle/>
          <a:p>
            <a:endParaRPr lang="en-US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1306BEC3-D70E-C3A1-015E-69D0C9366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152" y="815771"/>
            <a:ext cx="6289382" cy="336927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endParaRPr lang="en-US"/>
          </a:p>
        </p:txBody>
      </p:sp>
      <p:pic>
        <p:nvPicPr>
          <p:cNvPr id="3" name="object 6">
            <a:extLst>
              <a:ext uri="{FF2B5EF4-FFF2-40B4-BE49-F238E27FC236}">
                <a16:creationId xmlns:a16="http://schemas.microsoft.com/office/drawing/2014/main" id="{CC74B054-4842-B146-FA0A-DA7490842F36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1200" y="0"/>
            <a:ext cx="5130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1322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6">
            <a:extLst>
              <a:ext uri="{FF2B5EF4-FFF2-40B4-BE49-F238E27FC236}">
                <a16:creationId xmlns:a16="http://schemas.microsoft.com/office/drawing/2014/main" id="{8CF6D4BE-E7DA-41B2-9297-989F51E0C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907" y="381752"/>
            <a:ext cx="6276893" cy="405188"/>
          </a:xfrm>
          <a:prstGeom prst="rect">
            <a:avLst/>
          </a:prstGeom>
        </p:spPr>
        <p:txBody>
          <a:bodyPr vert="horz" lIns="0" tIns="45720" rIns="91440" bIns="45720" rtlCol="0" anchor="b" anchorCtr="0">
            <a:noAutofit/>
          </a:bodyPr>
          <a:lstStyle/>
          <a:p>
            <a:endParaRPr lang="en-US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1306BEC3-D70E-C3A1-015E-69D0C9366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152" y="815771"/>
            <a:ext cx="6289382" cy="336927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endParaRPr lang="en-US"/>
          </a:p>
        </p:txBody>
      </p:sp>
      <p:pic>
        <p:nvPicPr>
          <p:cNvPr id="2" name="object 6">
            <a:extLst>
              <a:ext uri="{FF2B5EF4-FFF2-40B4-BE49-F238E27FC236}">
                <a16:creationId xmlns:a16="http://schemas.microsoft.com/office/drawing/2014/main" id="{5121B811-3AA2-945C-961E-BF7989BF2CAB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1200" y="0"/>
            <a:ext cx="5130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11170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1B1B3-DC8D-63FC-AC29-CCFBA933A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86106434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27100"/>
            <a:ext cx="1737995" cy="572770"/>
          </a:xfrm>
          <a:custGeom>
            <a:avLst/>
            <a:gdLst/>
            <a:ahLst/>
            <a:cxnLst/>
            <a:rect l="l" t="t" r="r" b="b"/>
            <a:pathLst>
              <a:path w="1737995" h="572769">
                <a:moveTo>
                  <a:pt x="1737982" y="0"/>
                </a:moveTo>
                <a:lnTo>
                  <a:pt x="0" y="0"/>
                </a:lnTo>
                <a:lnTo>
                  <a:pt x="0" y="572566"/>
                </a:lnTo>
                <a:lnTo>
                  <a:pt x="1737982" y="572566"/>
                </a:lnTo>
                <a:lnTo>
                  <a:pt x="1737982" y="0"/>
                </a:lnTo>
                <a:close/>
              </a:path>
            </a:pathLst>
          </a:custGeom>
          <a:solidFill>
            <a:srgbClr val="0097A9"/>
          </a:solidFill>
        </p:spPr>
        <p:txBody>
          <a:bodyPr wrap="square" lIns="0" tIns="0" rIns="0" bIns="0" rtlCol="0"/>
          <a:lstStyle/>
          <a:p>
            <a:endParaRPr b="0" i="0">
              <a:latin typeface="Open Sans Light" panose="020B0306030504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A8BE60-C3A1-7B97-462D-486F8E434D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1611" y="976976"/>
            <a:ext cx="9388475" cy="4397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0033584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1E86F-0F9E-6F6E-4260-45843F984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907" y="996432"/>
            <a:ext cx="5851443" cy="405188"/>
          </a:xfrm>
        </p:spPr>
        <p:txBody>
          <a:bodyPr lIns="0" anchor="t" anchorCtr="0"/>
          <a:lstStyle>
            <a:lvl1pPr algn="l">
              <a:lnSpc>
                <a:spcPts val="4600"/>
              </a:lnSpc>
              <a:defRPr sz="4400"/>
            </a:lvl1pPr>
          </a:lstStyle>
          <a:p>
            <a:r>
              <a:rPr lang="en-US"/>
              <a:t>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4F2FB0-B3FA-7240-ED5E-3FE54C3F20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53201" y="457199"/>
            <a:ext cx="5165727" cy="573405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825005-24A0-E66E-E1C2-DBF54EFAC0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6257" y="2584450"/>
            <a:ext cx="5337093" cy="514350"/>
          </a:xfrm>
        </p:spPr>
        <p:txBody>
          <a:bodyPr lIns="0"/>
          <a:lstStyle>
            <a:lvl1pPr>
              <a:defRPr/>
            </a:lvl1pPr>
          </a:lstStyle>
          <a:p>
            <a:pPr lvl="0"/>
            <a:r>
              <a:rPr lang="en-US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894615250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1E86F-0F9E-6F6E-4260-45843F984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907" y="996432"/>
            <a:ext cx="5851443" cy="405188"/>
          </a:xfrm>
        </p:spPr>
        <p:txBody>
          <a:bodyPr lIns="0" anchor="t" anchorCtr="0"/>
          <a:lstStyle>
            <a:lvl1pPr algn="l">
              <a:lnSpc>
                <a:spcPts val="4600"/>
              </a:lnSpc>
              <a:defRPr sz="4400"/>
            </a:lvl1pPr>
          </a:lstStyle>
          <a:p>
            <a:r>
              <a:rPr lang="en-US"/>
              <a:t>Statement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825005-24A0-E66E-E1C2-DBF54EFAC0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6257" y="2584450"/>
            <a:ext cx="5337093" cy="514350"/>
          </a:xfrm>
        </p:spPr>
        <p:txBody>
          <a:bodyPr lIns="0"/>
          <a:lstStyle>
            <a:lvl1pPr>
              <a:defRPr/>
            </a:lvl1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FD677A-C386-8D1F-20D3-50A500B754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096001" y="57150"/>
            <a:ext cx="6096000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923319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udSGO_2021_Refresh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1CEFED-44CA-7F47-8105-469475D98C7E}"/>
              </a:ext>
            </a:extLst>
          </p:cNvPr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Open Sans Regular" charset="0"/>
              </a:rPr>
              <a:pPr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b="0" i="0">
              <a:solidFill>
                <a:schemeClr val="tx1">
                  <a:lumMod val="65000"/>
                  <a:lumOff val="35000"/>
                </a:schemeClr>
              </a:solidFill>
              <a:latin typeface="Open Sans Regular" charset="0"/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927416B2-EB74-1148-BB2F-E3BD4D51FC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9900" y="1020129"/>
            <a:ext cx="11252200" cy="392111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400"/>
            </a:lvl1pPr>
          </a:lstStyle>
          <a:p>
            <a:pPr marL="228600" lvl="0" indent="-228600">
              <a:lnSpc>
                <a:spcPct val="13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F230DB6-2B42-0944-B828-763923830F4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69900" y="565723"/>
            <a:ext cx="11252200" cy="4518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7481770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eyerhaeuser_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A99945-D741-9A01-86C2-5458A1001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3897" t="4433" r="24899" b="28325"/>
          <a:stretch/>
        </p:blipFill>
        <p:spPr>
          <a:xfrm flipH="1">
            <a:off x="8683349" y="-1"/>
            <a:ext cx="3508651" cy="2280622"/>
          </a:xfrm>
          <a:prstGeom prst="rect">
            <a:avLst/>
          </a:prstGeom>
        </p:spPr>
      </p:pic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ECA71C6E-E2FE-7228-4665-79965115EE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97061"/>
            <a:ext cx="10986738" cy="372038"/>
          </a:xfrm>
        </p:spPr>
        <p:txBody>
          <a:bodyPr lIns="0">
            <a:noAutofit/>
          </a:bodyPr>
          <a:lstStyle>
            <a:lvl1pPr marL="0" indent="0">
              <a:buNone/>
              <a:defRPr sz="2800" b="0" i="0" spc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4D462D05-9134-52B5-6971-F192E0F26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749550"/>
            <a:ext cx="10986738" cy="478805"/>
          </a:xfrm>
        </p:spPr>
        <p:txBody>
          <a:bodyPr lIns="0" anchor="t" anchorCtr="0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subtitle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4CBBF4-9D2A-549F-4E10-723D1EFF0ABA}"/>
              </a:ext>
            </a:extLst>
          </p:cNvPr>
          <p:cNvSpPr txBox="1"/>
          <p:nvPr userDrawn="1"/>
        </p:nvSpPr>
        <p:spPr>
          <a:xfrm>
            <a:off x="609600" y="6461624"/>
            <a:ext cx="3836276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Copyright © 2023 Deloitte Development LLC. All rights reserved</a:t>
            </a:r>
          </a:p>
          <a:p>
            <a:endParaRPr lang="en-US" sz="800">
              <a:solidFill>
                <a:schemeClr val="accent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03A6CA-92D5-E69B-8046-AE444CC26DD4}"/>
              </a:ext>
            </a:extLst>
          </p:cNvPr>
          <p:cNvSpPr txBox="1"/>
          <p:nvPr userDrawn="1"/>
        </p:nvSpPr>
        <p:spPr>
          <a:xfrm>
            <a:off x="7760062" y="6461624"/>
            <a:ext cx="38362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accent6">
                    <a:alpha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WEYERHAEUSER AI LAB | </a:t>
            </a:r>
            <a:fld id="{DC0ED674-4211-8F48-BBC8-103A7F89ACA6}" type="slidenum">
              <a:rPr lang="en-US" sz="800" smtClean="0">
                <a:solidFill>
                  <a:schemeClr val="accent6">
                    <a:alpha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‹#›</a:t>
            </a:fld>
            <a:endParaRPr lang="en-US" sz="800">
              <a:solidFill>
                <a:schemeClr val="accent6">
                  <a:alpha val="6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095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  <p15:guide id="4" orient="horz" pos="3960">
          <p15:clr>
            <a:srgbClr val="FBAE40"/>
          </p15:clr>
        </p15:guide>
        <p15:guide id="5" orient="horz" pos="360">
          <p15:clr>
            <a:srgbClr val="FBAE40"/>
          </p15:clr>
        </p15:guide>
        <p15:guide id="6" pos="7296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block and body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822960"/>
          </a:xfrm>
        </p:spPr>
        <p:txBody>
          <a:bodyPr vert="horz" lIns="0" tIns="45720" rIns="0" bIns="0" rtlCol="0" anchor="t" anchorCtr="0">
            <a:noAutofit/>
          </a:bodyPr>
          <a:lstStyle>
            <a:lvl1pPr>
              <a:lnSpc>
                <a:spcPct val="85000"/>
              </a:lnSpc>
              <a:defRPr lang="en-US" sz="2800" spc="0" baseline="0" dirty="0">
                <a:latin typeface="Proxima Nova Rg" panose="02000506030000020004" pitchFamily="2" charset="0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57200" y="1463040"/>
            <a:ext cx="11274552" cy="475488"/>
          </a:xfrm>
        </p:spPr>
        <p:txBody>
          <a:bodyPr vert="horz" lIns="0" tIns="0" rIns="0" bIns="0" rtlCol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lang="en-US" sz="1400" b="0" i="0" spc="0" baseline="0">
                <a:solidFill>
                  <a:schemeClr val="accent1"/>
                </a:solidFill>
              </a:defRPr>
            </a:lvl1pPr>
          </a:lstStyle>
          <a:p>
            <a:pPr marL="228600" lvl="0" indent="-228600">
              <a:lnSpc>
                <a:spcPct val="13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33323A1-FC2C-4F40-A65A-F6FA271E311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2190750"/>
            <a:ext cx="11274552" cy="3694113"/>
          </a:xfrm>
        </p:spPr>
        <p:txBody>
          <a:bodyPr/>
          <a:lstStyle>
            <a:lvl1pPr marL="182880" indent="-182880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defRPr sz="1600" b="0" i="0" spc="0" baseline="0"/>
            </a:lvl1pPr>
            <a:lvl2pPr indent="-182880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defRPr sz="1400" b="0" i="0" spc="0" baseline="0"/>
            </a:lvl2pPr>
            <a:lvl3pPr indent="-182880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defRPr sz="1200" b="0" i="0" spc="0" baseline="0"/>
            </a:lvl3pPr>
            <a:lvl4pPr indent="-182880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defRPr sz="1100" b="0" i="0" spc="0" baseline="0"/>
            </a:lvl4pPr>
            <a:lvl5pPr indent="-182880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defRPr sz="1100" b="0" i="0" spc="0" baseline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7213EE-62FE-FF46-A612-D1B961D403FB}"/>
              </a:ext>
            </a:extLst>
          </p:cNvPr>
          <p:cNvSpPr txBox="1"/>
          <p:nvPr userDrawn="1"/>
        </p:nvSpPr>
        <p:spPr>
          <a:xfrm>
            <a:off x="10802112" y="6269995"/>
            <a:ext cx="929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77F7B28-53DF-E14D-90ED-A703CF981F58}" type="slidenum">
              <a:rPr lang="en-US" sz="1100" smtClean="0">
                <a:latin typeface="Proxima Nova Rg" panose="02000506030000020004" pitchFamily="2" charset="0"/>
              </a:rPr>
              <a:pPr algn="r"/>
              <a:t>‹#›</a:t>
            </a:fld>
            <a:endParaRPr lang="en-US" sz="1100">
              <a:latin typeface="Proxima Nova Rg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934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281A-2BCE-4D6B-A00B-5DA2B4685D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604" y="323469"/>
            <a:ext cx="11188700" cy="3098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enter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4AB181-634A-49C4-9E92-2346D7A15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604" y="677227"/>
            <a:ext cx="11036808" cy="274320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lang="en-US" sz="1200" kern="1200" dirty="0">
                <a:solidFill>
                  <a:srgbClr val="575757"/>
                </a:solidFill>
                <a:latin typeface="+mn-lt"/>
                <a:ea typeface="+mn-ea"/>
                <a:cs typeface="Calibri Light"/>
              </a:defRPr>
            </a:lvl1pPr>
          </a:lstStyle>
          <a:p>
            <a:pPr lvl="0"/>
            <a:r>
              <a:rPr lang="en-US"/>
              <a:t>Click to enter subtitle</a:t>
            </a:r>
          </a:p>
        </p:txBody>
      </p:sp>
    </p:spTree>
    <p:extLst>
      <p:ext uri="{BB962C8B-B14F-4D97-AF65-F5344CB8AC3E}">
        <p14:creationId xmlns:p14="http://schemas.microsoft.com/office/powerpoint/2010/main" val="167115354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4981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559CC6F-6478-4902-A4D5-F8FB6538D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3870C-7AC3-0D0C-74B7-108404FDB9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550" y="177658"/>
            <a:ext cx="5480050" cy="138499"/>
          </a:xfrm>
        </p:spPr>
        <p:txBody>
          <a:bodyPr wrap="square">
            <a:spAutoFit/>
          </a:bodyPr>
          <a:lstStyle>
            <a:lvl1pPr>
              <a:defRPr sz="9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BREADCRUMBS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873258"/>
      </p:ext>
    </p:extLst>
  </p:cSld>
  <p:clrMapOvr>
    <a:masterClrMapping/>
  </p:clrMapOvr>
  <p:transition>
    <p:fade/>
  </p:transition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294A7-B20B-DB4A-BDA9-21E2297E9217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580807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B803-6AA9-4340-B432-1A280918B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90F26E-73FC-FB32-2253-A0EC25485E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grayscl/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3837"/>
          <a:stretch/>
        </p:blipFill>
        <p:spPr>
          <a:xfrm rot="5400000">
            <a:off x="3826565" y="-1507435"/>
            <a:ext cx="6858000" cy="987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0023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Slide Single Colum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FA4A2D-5026-7C4E-B3F3-6AB9E90B28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31EB605B-05F8-BC4D-8550-967B86B402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5626" y="641212"/>
            <a:ext cx="10894690" cy="396171"/>
          </a:xfrm>
        </p:spPr>
        <p:txBody>
          <a:bodyPr anchor="t"/>
          <a:lstStyle>
            <a:lvl1pPr algn="l">
              <a:lnSpc>
                <a:spcPct val="80000"/>
              </a:lnSpc>
              <a:spcBef>
                <a:spcPts val="0"/>
              </a:spcBef>
              <a:defRPr sz="2500" b="0" i="0">
                <a:solidFill>
                  <a:srgbClr val="014F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967FFE2-6B16-9E4E-A78F-E72031CD9F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626" y="1334359"/>
            <a:ext cx="10894690" cy="344236"/>
          </a:xfrm>
        </p:spPr>
        <p:txBody>
          <a:bodyPr anchor="t"/>
          <a:lstStyle>
            <a:lvl1pPr algn="l">
              <a:lnSpc>
                <a:spcPct val="110000"/>
              </a:lnSpc>
              <a:spcBef>
                <a:spcPts val="0"/>
              </a:spcBef>
              <a:defRPr sz="1200" b="1" i="1" spc="120" baseline="0">
                <a:solidFill>
                  <a:srgbClr val="014F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5D941B-2648-E943-8135-2B2A53A169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626" y="1719369"/>
            <a:ext cx="10894690" cy="4184126"/>
          </a:xfrm>
        </p:spPr>
        <p:txBody>
          <a:bodyPr anchor="t"/>
          <a:lstStyle>
            <a:lvl1pPr marL="171450" indent="-17145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b="0" i="0" spc="0" baseline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5C3C2F1-D8C7-43CD-BB9A-889B986B3220}"/>
              </a:ext>
            </a:extLst>
          </p:cNvPr>
          <p:cNvSpPr>
            <a:spLocks/>
          </p:cNvSpPr>
          <p:nvPr userDrawn="1"/>
        </p:nvSpPr>
        <p:spPr bwMode="auto">
          <a:xfrm>
            <a:off x="914719" y="6444147"/>
            <a:ext cx="334707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fld id="{C84F2FB2-4A16-1542-BD5E-F56870239E74}" type="slidenum">
              <a:rPr lang="en-US" sz="800" smtClean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‹#›</a:t>
            </a:fld>
            <a:r>
              <a:rPr lang="en-US" sz="80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2022 Deloitte Development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39809016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 Slide Single Colum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FA4A2D-5026-7C4E-B3F3-6AB9E90B28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31EB605B-05F8-BC4D-8550-967B86B402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5626" y="641212"/>
            <a:ext cx="10894690" cy="396171"/>
          </a:xfrm>
        </p:spPr>
        <p:txBody>
          <a:bodyPr anchor="t"/>
          <a:lstStyle>
            <a:lvl1pPr algn="l">
              <a:lnSpc>
                <a:spcPct val="80000"/>
              </a:lnSpc>
              <a:spcBef>
                <a:spcPts val="0"/>
              </a:spcBef>
              <a:defRPr sz="2500" b="0" i="0">
                <a:solidFill>
                  <a:srgbClr val="014F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967FFE2-6B16-9E4E-A78F-E72031CD9F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626" y="1334359"/>
            <a:ext cx="10894690" cy="344236"/>
          </a:xfrm>
        </p:spPr>
        <p:txBody>
          <a:bodyPr anchor="t"/>
          <a:lstStyle>
            <a:lvl1pPr algn="l">
              <a:lnSpc>
                <a:spcPct val="110000"/>
              </a:lnSpc>
              <a:spcBef>
                <a:spcPts val="0"/>
              </a:spcBef>
              <a:defRPr sz="1200" b="1" i="1" spc="120" baseline="0">
                <a:solidFill>
                  <a:srgbClr val="014F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5D941B-2648-E943-8135-2B2A53A169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626" y="1719369"/>
            <a:ext cx="10894690" cy="4184126"/>
          </a:xfrm>
        </p:spPr>
        <p:txBody>
          <a:bodyPr anchor="t"/>
          <a:lstStyle>
            <a:lvl1pPr marL="171450" indent="-17145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b="0" i="0" spc="0" baseline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5C3C2F1-D8C7-43CD-BB9A-889B986B3220}"/>
              </a:ext>
            </a:extLst>
          </p:cNvPr>
          <p:cNvSpPr>
            <a:spLocks/>
          </p:cNvSpPr>
          <p:nvPr userDrawn="1"/>
        </p:nvSpPr>
        <p:spPr bwMode="auto">
          <a:xfrm>
            <a:off x="914719" y="6444147"/>
            <a:ext cx="334707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fld id="{C84F2FB2-4A16-1542-BD5E-F56870239E74}" type="slidenum">
              <a:rPr lang="en-US" sz="800" smtClean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‹#›</a:t>
            </a:fld>
            <a:r>
              <a:rPr lang="en-US" sz="80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2022 Deloitte Development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49740272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1"/>
            <a:ext cx="111887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84980466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Subhead: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0A8EFBF-6B77-C94F-8440-771FCE7295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1184239"/>
            <a:ext cx="10325100" cy="584200"/>
          </a:xfrm>
        </p:spPr>
        <p:txBody>
          <a:bodyPr>
            <a:noAutofit/>
          </a:bodyPr>
          <a:lstStyle>
            <a:lvl1pPr marL="0" marR="0" indent="0" algn="l" defTabSz="9143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/>
            </a:lvl1pPr>
          </a:lstStyle>
          <a:p>
            <a:pPr lvl="0"/>
            <a:r>
              <a:rPr lang="en-US"/>
              <a:t>2 lines running intro text. Morbi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, porta ac </a:t>
            </a:r>
            <a:r>
              <a:rPr lang="en-US" err="1"/>
              <a:t>consectetur</a:t>
            </a:r>
            <a:r>
              <a:rPr lang="en-US"/>
              <a:t> ac, vestibulum at eros. Donec sed </a:t>
            </a:r>
            <a:r>
              <a:rPr lang="en-US" err="1"/>
              <a:t>odio</a:t>
            </a:r>
            <a:r>
              <a:rPr lang="en-US"/>
              <a:t> dui.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cursus magna, vel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et. Sed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at </a:t>
            </a:r>
            <a:r>
              <a:rPr lang="en-US" err="1"/>
              <a:t>lobortis</a:t>
            </a:r>
            <a:r>
              <a:rPr lang="en-US"/>
              <a:t>.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3240DA6F-6694-CE4C-9707-FF6CCB8176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279400"/>
            <a:ext cx="10325100" cy="787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noProof="0"/>
              <a:t>Your headline goes here when you’re ready</a:t>
            </a:r>
          </a:p>
        </p:txBody>
      </p:sp>
    </p:spTree>
    <p:extLst>
      <p:ext uri="{BB962C8B-B14F-4D97-AF65-F5344CB8AC3E}">
        <p14:creationId xmlns:p14="http://schemas.microsoft.com/office/powerpoint/2010/main" val="2373368869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BDC220-FDA0-41D7-98BA-BB440BC4A90B}"/>
              </a:ext>
            </a:extLst>
          </p:cNvPr>
          <p:cNvSpPr/>
          <p:nvPr userDrawn="1"/>
        </p:nvSpPr>
        <p:spPr bwMode="gray">
          <a:xfrm>
            <a:off x="11568702" y="6482994"/>
            <a:ext cx="503434" cy="375007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88894" tIns="88894" rIns="88894" bIns="88894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D1E82-7DE3-46EF-9065-6719F60566AC}"/>
              </a:ext>
            </a:extLst>
          </p:cNvPr>
          <p:cNvSpPr txBox="1"/>
          <p:nvPr userDrawn="1"/>
        </p:nvSpPr>
        <p:spPr>
          <a:xfrm>
            <a:off x="11410954" y="6477001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74867C-C62D-4F4A-922C-4A83C82B88B1}"/>
              </a:ext>
            </a:extLst>
          </p:cNvPr>
          <p:cNvGrpSpPr/>
          <p:nvPr userDrawn="1"/>
        </p:nvGrpSpPr>
        <p:grpSpPr>
          <a:xfrm>
            <a:off x="-11701" y="-3628"/>
            <a:ext cx="75101" cy="6861628"/>
            <a:chOff x="-11703" y="-3628"/>
            <a:chExt cx="75101" cy="68616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848915A-5C7B-416F-B5B0-7693F5EE0BF9}"/>
                </a:ext>
              </a:extLst>
            </p:cNvPr>
            <p:cNvSpPr/>
            <p:nvPr/>
          </p:nvSpPr>
          <p:spPr>
            <a:xfrm rot="5400000">
              <a:off x="-659267" y="645307"/>
              <a:ext cx="1371600" cy="73730"/>
            </a:xfrm>
            <a:prstGeom prst="rect">
              <a:avLst/>
            </a:prstGeom>
            <a:solidFill>
              <a:srgbClr val="43B0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CA6CAC-7815-469B-9315-157CA98B8F24}"/>
                </a:ext>
              </a:extLst>
            </p:cNvPr>
            <p:cNvSpPr/>
            <p:nvPr/>
          </p:nvSpPr>
          <p:spPr>
            <a:xfrm rot="5400000">
              <a:off x="-659267" y="2016907"/>
              <a:ext cx="1371600" cy="73730"/>
            </a:xfrm>
            <a:prstGeom prst="rect">
              <a:avLst/>
            </a:prstGeom>
            <a:solidFill>
              <a:srgbClr val="9799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8AF41DF-170C-4192-8044-63BF6EC31434}"/>
                </a:ext>
              </a:extLst>
            </p:cNvPr>
            <p:cNvSpPr/>
            <p:nvPr/>
          </p:nvSpPr>
          <p:spPr>
            <a:xfrm rot="5400000">
              <a:off x="-659267" y="3388507"/>
              <a:ext cx="1371600" cy="73730"/>
            </a:xfrm>
            <a:prstGeom prst="rect">
              <a:avLst/>
            </a:prstGeom>
            <a:solidFill>
              <a:srgbClr val="00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C18193-4099-4965-AA2B-941FE751E927}"/>
                </a:ext>
              </a:extLst>
            </p:cNvPr>
            <p:cNvSpPr/>
            <p:nvPr/>
          </p:nvSpPr>
          <p:spPr>
            <a:xfrm rot="5400000">
              <a:off x="-660638" y="4760107"/>
              <a:ext cx="1371600" cy="73730"/>
            </a:xfrm>
            <a:prstGeom prst="rect">
              <a:avLst/>
            </a:prstGeom>
            <a:solidFill>
              <a:srgbClr val="00A3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79FF898-7DE9-4674-9DB8-430920126867}"/>
                </a:ext>
              </a:extLst>
            </p:cNvPr>
            <p:cNvSpPr/>
            <p:nvPr/>
          </p:nvSpPr>
          <p:spPr>
            <a:xfrm rot="5400000">
              <a:off x="-660638" y="6135335"/>
              <a:ext cx="1371600" cy="73730"/>
            </a:xfrm>
            <a:prstGeom prst="rect">
              <a:avLst/>
            </a:prstGeom>
            <a:solidFill>
              <a:srgbClr val="86BC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4DC2670-5D11-4421-8167-B380A667E4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1688" y="684903"/>
            <a:ext cx="11390734" cy="45408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3" rtl="0" eaLnBrk="1" latinLnBrk="0" hangingPunct="1">
              <a:spcBef>
                <a:spcPts val="200"/>
              </a:spcBef>
              <a:buSzPct val="100000"/>
              <a:buNone/>
              <a:defRPr lang="en-US" sz="1800" kern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A791C14F-ED57-4012-8301-39F6E6B9E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688" y="238607"/>
            <a:ext cx="11390734" cy="3657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1219174" rtl="0" eaLnBrk="1" latinLnBrk="0" hangingPunct="1">
              <a:spcBef>
                <a:spcPct val="0"/>
              </a:spcBef>
              <a:buNone/>
              <a:defRPr lang="en-US" sz="2400" b="1" kern="12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80406497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463296" y="1714500"/>
            <a:ext cx="11277600" cy="4648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 sz="1200">
                <a:latin typeface="+mn-lt"/>
              </a:defRPr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defRPr sz="1200">
                <a:latin typeface="+mj-lt"/>
              </a:defRPr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defRPr sz="1200">
                <a:latin typeface="+mn-lt"/>
              </a:defRPr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defRPr sz="1200">
                <a:latin typeface="+mn-lt"/>
              </a:defRPr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A1AF4B88-9BDB-4994-AE11-3A74CC55FE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6" y="347473"/>
            <a:ext cx="112776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44200726"/>
      </p:ext>
    </p:extLst>
  </p:cSld>
  <p:clrMapOvr>
    <a:masterClrMapping/>
  </p:clrMapOvr>
  <p:transition>
    <p:fade/>
  </p:transition>
  <p:hf hd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head &amp;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914721" y="1353312"/>
            <a:ext cx="10362880" cy="475488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200"/>
            </a:lvl1pPr>
          </a:lstStyle>
          <a:p>
            <a:pPr marL="228600" lvl="0" indent="-228600">
              <a:lnSpc>
                <a:spcPct val="130000"/>
              </a:lnSpc>
            </a:pPr>
            <a:r>
              <a:rPr lang="en-US"/>
              <a:t>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327942091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D89C7E6-37F5-4005-B8BE-658A5ADDE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FA13130-E22F-4F71-97DB-A64E7A175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 b="0" i="0">
                <a:latin typeface="Open Sans" panose="020B0606030504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17573325"/>
      </p:ext>
    </p:extLst>
  </p:cSld>
  <p:clrMapOvr>
    <a:masterClrMapping/>
  </p:clrMapOvr>
  <p:transition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+ img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511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01651" y="1700213"/>
            <a:ext cx="9147174" cy="467898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98F6463-E07D-42A6-B9CB-9A0C4AEEB6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55844DF-7B16-41C6-9FF7-F388D52805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79674324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o not remove" hidden="1">
            <a:extLst>
              <a:ext uri="{FF2B5EF4-FFF2-40B4-BE49-F238E27FC236}">
                <a16:creationId xmlns:a16="http://schemas.microsoft.com/office/drawing/2014/main" id="{382413AC-CECD-2A5C-60BD-62BDDA1AD8CC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0" y="0"/>
            <a:ext cx="12700" cy="12700"/>
          </a:xfrm>
          <a:prstGeom prst="octagon">
            <a:avLst/>
          </a:prstGeom>
          <a:noFill/>
          <a:ln w="19050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GB" sz="1600" b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BDC220-FDA0-41D7-98BA-BB440BC4A90B}"/>
              </a:ext>
            </a:extLst>
          </p:cNvPr>
          <p:cNvSpPr/>
          <p:nvPr userDrawn="1"/>
        </p:nvSpPr>
        <p:spPr bwMode="gray">
          <a:xfrm>
            <a:off x="11568701" y="6482993"/>
            <a:ext cx="503434" cy="375007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D1E82-7DE3-46EF-9065-6719F60566AC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74867C-C62D-4F4A-922C-4A83C82B88B1}"/>
              </a:ext>
            </a:extLst>
          </p:cNvPr>
          <p:cNvGrpSpPr/>
          <p:nvPr userDrawn="1"/>
        </p:nvGrpSpPr>
        <p:grpSpPr>
          <a:xfrm>
            <a:off x="-11703" y="-3628"/>
            <a:ext cx="75101" cy="6861628"/>
            <a:chOff x="-11703" y="-3628"/>
            <a:chExt cx="75101" cy="68616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848915A-5C7B-416F-B5B0-7693F5EE0BF9}"/>
                </a:ext>
              </a:extLst>
            </p:cNvPr>
            <p:cNvSpPr/>
            <p:nvPr/>
          </p:nvSpPr>
          <p:spPr>
            <a:xfrm rot="5400000">
              <a:off x="-659267" y="645307"/>
              <a:ext cx="1371600" cy="73730"/>
            </a:xfrm>
            <a:prstGeom prst="rect">
              <a:avLst/>
            </a:prstGeom>
            <a:solidFill>
              <a:srgbClr val="43B0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CA6CAC-7815-469B-9315-157CA98B8F24}"/>
                </a:ext>
              </a:extLst>
            </p:cNvPr>
            <p:cNvSpPr/>
            <p:nvPr/>
          </p:nvSpPr>
          <p:spPr>
            <a:xfrm rot="5400000">
              <a:off x="-659267" y="2016907"/>
              <a:ext cx="1371600" cy="73730"/>
            </a:xfrm>
            <a:prstGeom prst="rect">
              <a:avLst/>
            </a:prstGeom>
            <a:solidFill>
              <a:srgbClr val="9799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8AF41DF-170C-4192-8044-63BF6EC31434}"/>
                </a:ext>
              </a:extLst>
            </p:cNvPr>
            <p:cNvSpPr/>
            <p:nvPr/>
          </p:nvSpPr>
          <p:spPr>
            <a:xfrm rot="5400000">
              <a:off x="-659267" y="3388507"/>
              <a:ext cx="1371600" cy="73730"/>
            </a:xfrm>
            <a:prstGeom prst="rect">
              <a:avLst/>
            </a:prstGeom>
            <a:solidFill>
              <a:srgbClr val="00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C18193-4099-4965-AA2B-941FE751E927}"/>
                </a:ext>
              </a:extLst>
            </p:cNvPr>
            <p:cNvSpPr/>
            <p:nvPr/>
          </p:nvSpPr>
          <p:spPr>
            <a:xfrm rot="5400000">
              <a:off x="-660638" y="4760107"/>
              <a:ext cx="1371600" cy="73730"/>
            </a:xfrm>
            <a:prstGeom prst="rect">
              <a:avLst/>
            </a:prstGeom>
            <a:solidFill>
              <a:srgbClr val="00A3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79FF898-7DE9-4674-9DB8-430920126867}"/>
                </a:ext>
              </a:extLst>
            </p:cNvPr>
            <p:cNvSpPr/>
            <p:nvPr/>
          </p:nvSpPr>
          <p:spPr>
            <a:xfrm rot="5400000">
              <a:off x="-660638" y="6135335"/>
              <a:ext cx="1371600" cy="73730"/>
            </a:xfrm>
            <a:prstGeom prst="rect">
              <a:avLst/>
            </a:prstGeom>
            <a:solidFill>
              <a:srgbClr val="86BC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4DC2670-5D11-4421-8167-B380A667E4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1688" y="684903"/>
            <a:ext cx="11390734" cy="45408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spcBef>
                <a:spcPts val="200"/>
              </a:spcBef>
              <a:buSzPct val="100000"/>
              <a:buNone/>
              <a:defRPr lang="en-US" sz="1800" kern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A791C14F-ED57-4012-8301-39F6E6B9E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688" y="238607"/>
            <a:ext cx="11390734" cy="3657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lang="en-US" sz="2400" b="1" kern="12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73FB87-15AD-DA19-B989-13A76F08E2CB}"/>
              </a:ext>
            </a:extLst>
          </p:cNvPr>
          <p:cNvGrpSpPr/>
          <p:nvPr userDrawn="1"/>
        </p:nvGrpSpPr>
        <p:grpSpPr>
          <a:xfrm rot="10800000">
            <a:off x="-11570" y="2275"/>
            <a:ext cx="75101" cy="6861628"/>
            <a:chOff x="-11703" y="-3628"/>
            <a:chExt cx="75101" cy="68616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72D5F82-FCEA-55A1-2DBE-3A5069CB21BE}"/>
                </a:ext>
              </a:extLst>
            </p:cNvPr>
            <p:cNvSpPr/>
            <p:nvPr/>
          </p:nvSpPr>
          <p:spPr>
            <a:xfrm rot="5400000">
              <a:off x="-659267" y="645307"/>
              <a:ext cx="1371600" cy="73730"/>
            </a:xfrm>
            <a:prstGeom prst="rect">
              <a:avLst/>
            </a:prstGeom>
            <a:solidFill>
              <a:srgbClr val="0121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B61F937-7934-20EA-3216-CF56CC0BF672}"/>
                </a:ext>
              </a:extLst>
            </p:cNvPr>
            <p:cNvSpPr/>
            <p:nvPr/>
          </p:nvSpPr>
          <p:spPr>
            <a:xfrm rot="5400000">
              <a:off x="-659267" y="2016907"/>
              <a:ext cx="1371600" cy="7373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221812-2A99-EB7E-002B-A2EAF124630B}"/>
                </a:ext>
              </a:extLst>
            </p:cNvPr>
            <p:cNvSpPr/>
            <p:nvPr/>
          </p:nvSpPr>
          <p:spPr>
            <a:xfrm rot="5400000">
              <a:off x="-659267" y="3388507"/>
              <a:ext cx="1371600" cy="73730"/>
            </a:xfrm>
            <a:prstGeom prst="rect">
              <a:avLst/>
            </a:prstGeom>
            <a:solidFill>
              <a:srgbClr val="0076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365B31A-2330-C4FC-BB63-3C306753E138}"/>
                </a:ext>
              </a:extLst>
            </p:cNvPr>
            <p:cNvSpPr/>
            <p:nvPr/>
          </p:nvSpPr>
          <p:spPr>
            <a:xfrm rot="5400000">
              <a:off x="-660638" y="4760107"/>
              <a:ext cx="1371600" cy="73730"/>
            </a:xfrm>
            <a:prstGeom prst="rect">
              <a:avLst/>
            </a:prstGeom>
            <a:solidFill>
              <a:srgbClr val="9799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5A5093F-064D-9976-63FA-CBB842A5E2B2}"/>
                </a:ext>
              </a:extLst>
            </p:cNvPr>
            <p:cNvSpPr/>
            <p:nvPr/>
          </p:nvSpPr>
          <p:spPr>
            <a:xfrm rot="5400000">
              <a:off x="-660638" y="6135335"/>
              <a:ext cx="1371600" cy="73730"/>
            </a:xfrm>
            <a:prstGeom prst="rect">
              <a:avLst/>
            </a:prstGeom>
            <a:solidFill>
              <a:srgbClr val="00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58847210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 head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4DC2670-5D11-4421-8167-B380A667E4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1688" y="684903"/>
            <a:ext cx="11390734" cy="45408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spcBef>
                <a:spcPts val="200"/>
              </a:spcBef>
              <a:buSzPct val="100000"/>
              <a:buNone/>
              <a:defRPr lang="en-US" sz="1200" kern="1200" noProof="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A791C14F-ED57-4012-8301-39F6E6B9E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688" y="238607"/>
            <a:ext cx="11390734" cy="3657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lang="en-US" sz="2400" b="1" i="0" kern="12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79993760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C D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2DB1A4E-F683-CD70-4DDA-F69A1CD664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23471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2DB1A4E-F683-CD70-4DDA-F69A1CD664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74320" y="6858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74320" y="237744"/>
            <a:ext cx="111887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1"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14443793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, No Background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EFC2F98-5944-4C9B-A2C3-BF4DC0C7C3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21645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EFC2F98-5944-4C9B-A2C3-BF4DC0C7C3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282354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9" y="320400"/>
            <a:ext cx="11376024" cy="415324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47351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ontent Slide Single Colum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FA4A2D-5026-7C4E-B3F3-6AB9E90B28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31EB605B-05F8-BC4D-8550-967B86B402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5626" y="641212"/>
            <a:ext cx="10894690" cy="396171"/>
          </a:xfrm>
        </p:spPr>
        <p:txBody>
          <a:bodyPr anchor="t"/>
          <a:lstStyle>
            <a:lvl1pPr algn="l">
              <a:lnSpc>
                <a:spcPct val="80000"/>
              </a:lnSpc>
              <a:spcBef>
                <a:spcPts val="0"/>
              </a:spcBef>
              <a:defRPr sz="2500" b="0" i="0">
                <a:solidFill>
                  <a:srgbClr val="014F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967FFE2-6B16-9E4E-A78F-E72031CD9F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626" y="1334359"/>
            <a:ext cx="10894690" cy="344236"/>
          </a:xfrm>
        </p:spPr>
        <p:txBody>
          <a:bodyPr anchor="t"/>
          <a:lstStyle>
            <a:lvl1pPr algn="l">
              <a:lnSpc>
                <a:spcPct val="110000"/>
              </a:lnSpc>
              <a:spcBef>
                <a:spcPts val="0"/>
              </a:spcBef>
              <a:defRPr sz="1200" b="1" i="1" spc="120" baseline="0">
                <a:solidFill>
                  <a:srgbClr val="014F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5D941B-2648-E943-8135-2B2A53A169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626" y="1719369"/>
            <a:ext cx="10894690" cy="4184126"/>
          </a:xfrm>
        </p:spPr>
        <p:txBody>
          <a:bodyPr anchor="t"/>
          <a:lstStyle>
            <a:lvl1pPr marL="171450" indent="-17145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b="0" i="0" spc="0" baseline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5C3C2F1-D8C7-43CD-BB9A-889B986B3220}"/>
              </a:ext>
            </a:extLst>
          </p:cNvPr>
          <p:cNvSpPr>
            <a:spLocks/>
          </p:cNvSpPr>
          <p:nvPr userDrawn="1"/>
        </p:nvSpPr>
        <p:spPr bwMode="auto">
          <a:xfrm>
            <a:off x="914719" y="6444147"/>
            <a:ext cx="334707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fld id="{C84F2FB2-4A16-1542-BD5E-F56870239E74}" type="slidenum">
              <a:rPr lang="en-US" sz="800" smtClean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‹#›</a:t>
            </a:fld>
            <a:r>
              <a:rPr lang="en-US" sz="80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2022 Deloitte Development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93579896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rS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7A53ED-3B20-6474-E583-E19C851C89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461" t="39137" r="-25" b="5300"/>
          <a:stretch/>
        </p:blipFill>
        <p:spPr>
          <a:xfrm>
            <a:off x="0" y="3048"/>
            <a:ext cx="12197426" cy="6854952"/>
          </a:xfrm>
          <a:custGeom>
            <a:avLst/>
            <a:gdLst>
              <a:gd name="connsiteX0" fmla="*/ 148281 w 12197426"/>
              <a:gd name="connsiteY0" fmla="*/ 132876 h 6854952"/>
              <a:gd name="connsiteX1" fmla="*/ 148281 w 12197426"/>
              <a:gd name="connsiteY1" fmla="*/ 6719028 h 6854952"/>
              <a:gd name="connsiteX2" fmla="*/ 12035481 w 12197426"/>
              <a:gd name="connsiteY2" fmla="*/ 6719028 h 6854952"/>
              <a:gd name="connsiteX3" fmla="*/ 12035481 w 12197426"/>
              <a:gd name="connsiteY3" fmla="*/ 132876 h 6854952"/>
              <a:gd name="connsiteX4" fmla="*/ 0 w 12197426"/>
              <a:gd name="connsiteY4" fmla="*/ 0 h 6854952"/>
              <a:gd name="connsiteX5" fmla="*/ 12197426 w 12197426"/>
              <a:gd name="connsiteY5" fmla="*/ 0 h 6854952"/>
              <a:gd name="connsiteX6" fmla="*/ 12197426 w 12197426"/>
              <a:gd name="connsiteY6" fmla="*/ 6854952 h 6854952"/>
              <a:gd name="connsiteX7" fmla="*/ 0 w 12197426"/>
              <a:gd name="connsiteY7" fmla="*/ 6854952 h 6854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7426" h="6854952">
                <a:moveTo>
                  <a:pt x="148281" y="132876"/>
                </a:moveTo>
                <a:lnTo>
                  <a:pt x="148281" y="6719028"/>
                </a:lnTo>
                <a:lnTo>
                  <a:pt x="12035481" y="6719028"/>
                </a:lnTo>
                <a:lnTo>
                  <a:pt x="12035481" y="132876"/>
                </a:lnTo>
                <a:close/>
                <a:moveTo>
                  <a:pt x="0" y="0"/>
                </a:moveTo>
                <a:lnTo>
                  <a:pt x="12197426" y="0"/>
                </a:lnTo>
                <a:lnTo>
                  <a:pt x="12197426" y="6854952"/>
                </a:lnTo>
                <a:lnTo>
                  <a:pt x="0" y="6854952"/>
                </a:lnTo>
                <a:close/>
              </a:path>
            </a:pathLst>
          </a:cu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4" y="465803"/>
            <a:ext cx="11265412" cy="3693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 lang="en-US" sz="2400" b="0" i="0" kern="1200" cap="none" spc="-50" baseline="0" dirty="0">
                <a:solidFill>
                  <a:srgbClr val="041E42"/>
                </a:solidFill>
                <a:latin typeface="Aptos" panose="020B000402020202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50845780"/>
      </p:ext>
    </p:extLst>
  </p:cSld>
  <p:clrMapOvr>
    <a:masterClrMapping/>
  </p:clrMapOvr>
  <p:transition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nt Slide Single Colum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FA4A2D-5026-7C4E-B3F3-6AB9E90B28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31EB605B-05F8-BC4D-8550-967B86B402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5626" y="641212"/>
            <a:ext cx="10894690" cy="396171"/>
          </a:xfrm>
        </p:spPr>
        <p:txBody>
          <a:bodyPr anchor="t"/>
          <a:lstStyle>
            <a:lvl1pPr algn="l">
              <a:lnSpc>
                <a:spcPct val="80000"/>
              </a:lnSpc>
              <a:spcBef>
                <a:spcPts val="0"/>
              </a:spcBef>
              <a:defRPr sz="2500" b="0" i="0">
                <a:solidFill>
                  <a:srgbClr val="014F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967FFE2-6B16-9E4E-A78F-E72031CD9F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626" y="1334359"/>
            <a:ext cx="10894690" cy="344236"/>
          </a:xfrm>
        </p:spPr>
        <p:txBody>
          <a:bodyPr anchor="t"/>
          <a:lstStyle>
            <a:lvl1pPr algn="l">
              <a:lnSpc>
                <a:spcPct val="110000"/>
              </a:lnSpc>
              <a:spcBef>
                <a:spcPts val="0"/>
              </a:spcBef>
              <a:defRPr sz="1200" b="1" i="1" spc="120" baseline="0">
                <a:solidFill>
                  <a:srgbClr val="014F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5D941B-2648-E943-8135-2B2A53A169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626" y="1719369"/>
            <a:ext cx="10894690" cy="4184126"/>
          </a:xfrm>
        </p:spPr>
        <p:txBody>
          <a:bodyPr anchor="t"/>
          <a:lstStyle>
            <a:lvl1pPr marL="171450" indent="-17145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b="0" i="0" spc="0" baseline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5C3C2F1-D8C7-43CD-BB9A-889B986B3220}"/>
              </a:ext>
            </a:extLst>
          </p:cNvPr>
          <p:cNvSpPr>
            <a:spLocks/>
          </p:cNvSpPr>
          <p:nvPr userDrawn="1"/>
        </p:nvSpPr>
        <p:spPr bwMode="auto">
          <a:xfrm>
            <a:off x="914719" y="6444147"/>
            <a:ext cx="334707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fld id="{C84F2FB2-4A16-1542-BD5E-F56870239E74}" type="slidenum">
              <a:rPr lang="en-US" sz="800" smtClean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‹#›</a:t>
            </a:fld>
            <a:r>
              <a:rPr lang="en-US" sz="80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2022 Deloitte Development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82221368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 Slide Single Colum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FA4A2D-5026-7C4E-B3F3-6AB9E90B28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31EB605B-05F8-BC4D-8550-967B86B402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5626" y="641212"/>
            <a:ext cx="10894690" cy="396171"/>
          </a:xfrm>
        </p:spPr>
        <p:txBody>
          <a:bodyPr anchor="t"/>
          <a:lstStyle>
            <a:lvl1pPr algn="l">
              <a:lnSpc>
                <a:spcPct val="80000"/>
              </a:lnSpc>
              <a:spcBef>
                <a:spcPts val="0"/>
              </a:spcBef>
              <a:defRPr sz="2500" b="0" i="0">
                <a:solidFill>
                  <a:srgbClr val="014F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967FFE2-6B16-9E4E-A78F-E72031CD9F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626" y="1334359"/>
            <a:ext cx="10894690" cy="344236"/>
          </a:xfrm>
        </p:spPr>
        <p:txBody>
          <a:bodyPr anchor="t"/>
          <a:lstStyle>
            <a:lvl1pPr algn="l">
              <a:lnSpc>
                <a:spcPct val="110000"/>
              </a:lnSpc>
              <a:spcBef>
                <a:spcPts val="0"/>
              </a:spcBef>
              <a:defRPr sz="1200" b="1" i="1" spc="120" baseline="0">
                <a:solidFill>
                  <a:srgbClr val="014F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5D941B-2648-E943-8135-2B2A53A169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626" y="1719369"/>
            <a:ext cx="10894690" cy="4184126"/>
          </a:xfrm>
        </p:spPr>
        <p:txBody>
          <a:bodyPr anchor="t"/>
          <a:lstStyle>
            <a:lvl1pPr marL="171450" indent="-17145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b="0" i="0" spc="0" baseline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5C3C2F1-D8C7-43CD-BB9A-889B986B3220}"/>
              </a:ext>
            </a:extLst>
          </p:cNvPr>
          <p:cNvSpPr>
            <a:spLocks/>
          </p:cNvSpPr>
          <p:nvPr userDrawn="1"/>
        </p:nvSpPr>
        <p:spPr bwMode="auto">
          <a:xfrm>
            <a:off x="914719" y="6444147"/>
            <a:ext cx="334707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fld id="{C84F2FB2-4A16-1542-BD5E-F56870239E74}" type="slidenum">
              <a:rPr lang="en-US" sz="800" smtClean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‹#›</a:t>
            </a:fld>
            <a:r>
              <a:rPr lang="en-US" sz="80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2022 Deloitte Development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58407000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0494"/>
            <a:ext cx="10820400" cy="594360"/>
          </a:xfrm>
        </p:spPr>
        <p:txBody>
          <a:bodyPr vert="horz" lIns="0" tIns="45720" rIns="0" bIns="0" rtlCol="0" anchor="t" anchorCtr="0">
            <a:noAutofit/>
          </a:bodyPr>
          <a:lstStyle>
            <a:lvl1pPr>
              <a:lnSpc>
                <a:spcPct val="100000"/>
              </a:lnSpc>
              <a:defRPr lang="en-US" sz="2599" b="1" spc="-50" baseline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defTabSz="685663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D545910-EC58-4E59-AC9B-9F096DAB35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41198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1" kern="0" cap="all" spc="60" baseline="0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228554" lvl="0" indent="-228554"/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2556398134"/>
      </p:ext>
    </p:extLst>
  </p:cSld>
  <p:clrMapOvr>
    <a:masterClrMapping/>
  </p:clrMapOvr>
  <p:transition spd="slow">
    <p:plus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- PFIZ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00" y="345992"/>
            <a:ext cx="11304000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400" b="0" i="0">
                <a:latin typeface="Aptos Light" panose="020B00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5264344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oleObject" Target="../embeddings/oleObject1.bin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86"/>
            </p:custDataLst>
            <p:extLst>
              <p:ext uri="{D42A27DB-BD31-4B8C-83A1-F6EECF244321}">
                <p14:modId xmlns:p14="http://schemas.microsoft.com/office/powerpoint/2010/main" val="313098606"/>
              </p:ext>
            </p:ext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7" imgW="270" imgH="270" progId="TCLayout.ActiveDocument.1">
                  <p:embed/>
                </p:oleObj>
              </mc:Choice>
              <mc:Fallback>
                <p:oleObj name="think-cell Slide" r:id="rId87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8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69900" y="402586"/>
            <a:ext cx="11252200" cy="6921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tx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tx1"/>
              </a:solidFill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9507E9E-D2DC-F333-2997-9F2E88FB28D9}"/>
              </a:ext>
            </a:extLst>
          </p:cNvPr>
          <p:cNvSpPr txBox="1"/>
          <p:nvPr userDrawn="1"/>
        </p:nvSpPr>
        <p:spPr>
          <a:xfrm>
            <a:off x="469900" y="6477000"/>
            <a:ext cx="53551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9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Copyright © 2025 Deloitte Development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82574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</p:sldLayoutIdLst>
  <p:transition>
    <p:fade/>
  </p:transition>
  <p:hf hdr="0" dt="0"/>
  <p:txStyles>
    <p:titleStyle>
      <a:lvl1pPr algn="l" defTabSz="1219170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spcBef>
          <a:spcPts val="0"/>
        </a:spcBef>
        <a:spcAft>
          <a:spcPts val="1333"/>
        </a:spcAft>
        <a:buSzPct val="100000"/>
        <a:buFontTx/>
        <a:buNone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270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2794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−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4318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◦"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84200" indent="-127000" algn="l" defTabSz="1064657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−"/>
        <a:tabLst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098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3968">
          <p15:clr>
            <a:srgbClr val="F26B43"/>
          </p15:clr>
        </p15:guide>
        <p15:guide id="4" pos="296">
          <p15:clr>
            <a:srgbClr val="F26B43"/>
          </p15:clr>
        </p15:guide>
        <p15:guide id="5" pos="7384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245">
          <p15:clr>
            <a:srgbClr val="F26B43"/>
          </p15:clr>
        </p15:guide>
        <p15:guide id="8" orient="horz" pos="4081">
          <p15:clr>
            <a:srgbClr val="F26B43"/>
          </p15:clr>
        </p15:guide>
        <p15:guide id="10" pos="4986">
          <p15:clr>
            <a:srgbClr val="F26B43"/>
          </p15:clr>
        </p15:guide>
        <p15:guide id="12" pos="1382">
          <p15:clr>
            <a:srgbClr val="F26B43"/>
          </p15:clr>
        </p15:guide>
        <p15:guide id="13" pos="1496">
          <p15:clr>
            <a:srgbClr val="F26B43"/>
          </p15:clr>
        </p15:guide>
        <p15:guide id="14" pos="2581">
          <p15:clr>
            <a:srgbClr val="F26B43"/>
          </p15:clr>
        </p15:guide>
        <p15:guide id="15" pos="2695">
          <p15:clr>
            <a:srgbClr val="F26B43"/>
          </p15:clr>
        </p15:guide>
        <p15:guide id="16" pos="6185">
          <p15:clr>
            <a:srgbClr val="F26B43"/>
          </p15:clr>
        </p15:guide>
        <p15:guide id="17" pos="3783">
          <p15:clr>
            <a:srgbClr val="F26B43"/>
          </p15:clr>
        </p15:guide>
        <p15:guide id="18" pos="3896">
          <p15:clr>
            <a:srgbClr val="F26B43"/>
          </p15:clr>
        </p15:guide>
        <p15:guide id="19" pos="3840">
          <p15:clr>
            <a:srgbClr val="F26B43"/>
          </p15:clr>
        </p15:guide>
        <p15:guide id="20" pos="6299">
          <p15:clr>
            <a:srgbClr val="F26B43"/>
          </p15:clr>
        </p15:guide>
        <p15:guide id="21" orient="horz" pos="1049">
          <p15:clr>
            <a:srgbClr val="F26B43"/>
          </p15:clr>
        </p15:guide>
        <p15:guide id="22" orient="horz" pos="641">
          <p15:clr>
            <a:srgbClr val="F26B43"/>
          </p15:clr>
        </p15:guide>
        <p15:guide id="23" orient="horz" pos="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" Type="http://schemas.openxmlformats.org/officeDocument/2006/relationships/image" Target="../media/image15.png"/><Relationship Id="rId21" Type="http://schemas.openxmlformats.org/officeDocument/2006/relationships/image" Target="../media/image33.sv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8.png"/><Relationship Id="rId20" Type="http://schemas.openxmlformats.org/officeDocument/2006/relationships/image" Target="../media/image32.sv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70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5" Type="http://schemas.openxmlformats.org/officeDocument/2006/relationships/image" Target="../media/image17.png"/><Relationship Id="rId15" Type="http://schemas.openxmlformats.org/officeDocument/2006/relationships/image" Target="../media/image27.svg"/><Relationship Id="rId23" Type="http://schemas.openxmlformats.org/officeDocument/2006/relationships/image" Target="../media/image35.svg"/><Relationship Id="rId28" Type="http://schemas.openxmlformats.org/officeDocument/2006/relationships/image" Target="../media/image40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31" Type="http://schemas.openxmlformats.org/officeDocument/2006/relationships/image" Target="../media/image43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svg"/><Relationship Id="rId22" Type="http://schemas.openxmlformats.org/officeDocument/2006/relationships/image" Target="../media/image34.svg"/><Relationship Id="rId27" Type="http://schemas.openxmlformats.org/officeDocument/2006/relationships/image" Target="../media/image39.png"/><Relationship Id="rId30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86244-3F1D-E4DC-3456-8F2B63401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B3FE-FD73-5D2B-812C-C77531F02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887" y="31664"/>
            <a:ext cx="11247120" cy="401593"/>
          </a:xfrm>
        </p:spPr>
        <p:txBody>
          <a:bodyPr anchor="ctr"/>
          <a:lstStyle/>
          <a:p>
            <a:pPr lvl="0" defTabSz="1097236">
              <a:lnSpc>
                <a:spcPct val="100000"/>
              </a:lnSpc>
              <a:defRPr/>
            </a:pPr>
            <a:r>
              <a:rPr lang="en-US" sz="2100" b="1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Knowledge Base Builder  - Architecture Diagram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51C7C5-C7FF-477A-9D42-3482EB2FE406}"/>
              </a:ext>
            </a:extLst>
          </p:cNvPr>
          <p:cNvSpPr/>
          <p:nvPr/>
        </p:nvSpPr>
        <p:spPr>
          <a:xfrm>
            <a:off x="199785" y="501615"/>
            <a:ext cx="10724029" cy="5931841"/>
          </a:xfrm>
          <a:prstGeom prst="rect">
            <a:avLst/>
          </a:prstGeom>
          <a:noFill/>
          <a:ln w="15875" cap="flat" cmpd="sng" algn="ctr">
            <a:solidFill>
              <a:srgbClr val="FF9A00"/>
            </a:solidFill>
            <a:prstDash val="sysDash"/>
            <a:miter lim="800000"/>
          </a:ln>
          <a:effectLst/>
        </p:spPr>
        <p:txBody>
          <a:bodyPr rot="0" spcFirstLastPara="1" vertOverflow="overflow" horzOverflow="overflow" vert="horz" wrap="square" lIns="182880" tIns="182880" rIns="182880" bIns="18288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C6F578-F0AE-1E9F-7BEE-47B74FD874DC}"/>
              </a:ext>
            </a:extLst>
          </p:cNvPr>
          <p:cNvSpPr txBox="1"/>
          <p:nvPr/>
        </p:nvSpPr>
        <p:spPr>
          <a:xfrm>
            <a:off x="9640543" y="791409"/>
            <a:ext cx="789366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Interface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5CB9344-8009-D961-578C-E34A8C56AF04}"/>
              </a:ext>
            </a:extLst>
          </p:cNvPr>
          <p:cNvGrpSpPr/>
          <p:nvPr/>
        </p:nvGrpSpPr>
        <p:grpSpPr>
          <a:xfrm>
            <a:off x="383780" y="1299214"/>
            <a:ext cx="1102623" cy="2850170"/>
            <a:chOff x="969100" y="634369"/>
            <a:chExt cx="1102623" cy="285017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33BBD86-99DE-0544-0C97-6E4090BD25CA}"/>
                </a:ext>
              </a:extLst>
            </p:cNvPr>
            <p:cNvSpPr/>
            <p:nvPr/>
          </p:nvSpPr>
          <p:spPr>
            <a:xfrm>
              <a:off x="969100" y="634369"/>
              <a:ext cx="1102623" cy="285017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rot="0" spcFirstLastPara="1" vertOverflow="overflow" horzOverflow="overflow" vert="horz" wrap="square" lIns="182880" tIns="182880" rIns="182880" bIns="182880" numCol="1" spcCol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0C139A7-D3F3-49D6-79DB-353E67F67781}"/>
                </a:ext>
              </a:extLst>
            </p:cNvPr>
            <p:cNvSpPr/>
            <p:nvPr/>
          </p:nvSpPr>
          <p:spPr>
            <a:xfrm>
              <a:off x="1044103" y="815859"/>
              <a:ext cx="955230" cy="2577605"/>
            </a:xfrm>
            <a:prstGeom prst="rect">
              <a:avLst/>
            </a:prstGeom>
            <a:solidFill>
              <a:srgbClr val="EBF6F5"/>
            </a:solidFill>
            <a:ln w="15875" cap="flat" cmpd="sng" algn="ctr">
              <a:noFill/>
              <a:prstDash val="solid"/>
              <a:miter lim="800000"/>
            </a:ln>
            <a:effectLst/>
          </p:spPr>
          <p:txBody>
            <a:bodyPr rot="0" spcFirstLastPara="1" vertOverflow="overflow" horzOverflow="overflow" vert="horz" wrap="square" lIns="182880" tIns="182880" rIns="182880" bIns="182880" numCol="1" spcCol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983C733-787A-1286-A350-D1BD1A20A029}"/>
                </a:ext>
              </a:extLst>
            </p:cNvPr>
            <p:cNvSpPr txBox="1"/>
            <p:nvPr/>
          </p:nvSpPr>
          <p:spPr>
            <a:xfrm>
              <a:off x="1080747" y="717567"/>
              <a:ext cx="783598" cy="10772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Source Data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7168BE6-B196-CC69-C88E-B4EE74EAB5D5}"/>
                </a:ext>
              </a:extLst>
            </p:cNvPr>
            <p:cNvSpPr txBox="1"/>
            <p:nvPr/>
          </p:nvSpPr>
          <p:spPr>
            <a:xfrm>
              <a:off x="1045967" y="1394825"/>
              <a:ext cx="951252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Structured Data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(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Delimited files(csv, excels)</a:t>
              </a:r>
              <a:r>
                <a:rPr kumimoji="0" 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)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A6B8F1B-03EE-F2C7-CDBF-D835244FAA19}"/>
                </a:ext>
              </a:extLst>
            </p:cNvPr>
            <p:cNvSpPr txBox="1"/>
            <p:nvPr/>
          </p:nvSpPr>
          <p:spPr>
            <a:xfrm>
              <a:off x="1045967" y="2277325"/>
              <a:ext cx="951252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Unstructured Data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(PDFs, Docs, markdown, txt etc.)</a:t>
              </a: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48B061B5-CB47-71C0-9D15-72AE1FEBC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DFECF3"/>
                </a:clrFrom>
                <a:clrTo>
                  <a:srgbClr val="DFECF3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383527" y="1084836"/>
              <a:ext cx="276131" cy="306145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2873C48D-5387-2555-1568-BD1651E0E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DFECF3"/>
                </a:clrFrom>
                <a:clrTo>
                  <a:srgbClr val="DFECF3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383527" y="1919878"/>
              <a:ext cx="288244" cy="318344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C1D00CB4-F36B-D0B2-7F0E-0FD581A35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24708" r="22010"/>
            <a:stretch>
              <a:fillRect/>
            </a:stretch>
          </p:blipFill>
          <p:spPr>
            <a:xfrm>
              <a:off x="1383527" y="2779246"/>
              <a:ext cx="276131" cy="223682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6303C8D-F89B-9F15-AEA7-D74184953DEC}"/>
                </a:ext>
              </a:extLst>
            </p:cNvPr>
            <p:cNvSpPr txBox="1"/>
            <p:nvPr/>
          </p:nvSpPr>
          <p:spPr>
            <a:xfrm>
              <a:off x="1058080" y="3053256"/>
              <a:ext cx="951252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Semi-structured Data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(Json files, </a:t>
              </a:r>
              <a:r>
                <a:rPr kumimoji="0" lang="en-US" sz="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yaml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files)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BFC4C93-C33C-DB09-4532-F9B864D5DA66}"/>
              </a:ext>
            </a:extLst>
          </p:cNvPr>
          <p:cNvGrpSpPr/>
          <p:nvPr/>
        </p:nvGrpSpPr>
        <p:grpSpPr>
          <a:xfrm>
            <a:off x="2228880" y="1226931"/>
            <a:ext cx="1166585" cy="2850540"/>
            <a:chOff x="2346892" y="629618"/>
            <a:chExt cx="1166585" cy="285914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05F634A-B8FF-5165-BC21-568F8DFDEE7A}"/>
                </a:ext>
              </a:extLst>
            </p:cNvPr>
            <p:cNvSpPr/>
            <p:nvPr/>
          </p:nvSpPr>
          <p:spPr>
            <a:xfrm>
              <a:off x="2346892" y="629618"/>
              <a:ext cx="1166585" cy="2859146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rot="0" spcFirstLastPara="1" vertOverflow="overflow" horzOverflow="overflow" vert="horz" wrap="square" lIns="182880" tIns="182880" rIns="182880" bIns="182880" numCol="1" spcCol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6F6DDE3-9C27-B513-6D63-77E9A60E4528}"/>
                </a:ext>
              </a:extLst>
            </p:cNvPr>
            <p:cNvSpPr/>
            <p:nvPr/>
          </p:nvSpPr>
          <p:spPr>
            <a:xfrm>
              <a:off x="2410983" y="779700"/>
              <a:ext cx="1042614" cy="2645891"/>
            </a:xfrm>
            <a:prstGeom prst="rect">
              <a:avLst/>
            </a:prstGeom>
            <a:solidFill>
              <a:srgbClr val="EBF6F5"/>
            </a:solidFill>
            <a:ln w="15875" cap="flat" cmpd="sng" algn="ctr">
              <a:noFill/>
              <a:prstDash val="solid"/>
              <a:miter lim="800000"/>
            </a:ln>
            <a:effectLst/>
          </p:spPr>
          <p:txBody>
            <a:bodyPr rot="0" spcFirstLastPara="1" vertOverflow="overflow" horzOverflow="overflow" vert="horz" wrap="square" lIns="182880" tIns="182880" rIns="182880" bIns="182880" numCol="1" spcCol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B253192-2F79-C8DA-E26D-AA34D4238CFA}"/>
                </a:ext>
              </a:extLst>
            </p:cNvPr>
            <p:cNvSpPr txBox="1"/>
            <p:nvPr/>
          </p:nvSpPr>
          <p:spPr>
            <a:xfrm>
              <a:off x="2378415" y="729264"/>
              <a:ext cx="1061570" cy="216094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Intelligent Document Processing</a:t>
              </a:r>
              <a:endPara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567C9CD-945E-93A9-EB72-2B16E6E8F84C}"/>
                </a:ext>
              </a:extLst>
            </p:cNvPr>
            <p:cNvSpPr txBox="1"/>
            <p:nvPr/>
          </p:nvSpPr>
          <p:spPr>
            <a:xfrm>
              <a:off x="2477596" y="1146176"/>
              <a:ext cx="912783" cy="222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5875" cap="flat" cmpd="sng" algn="ctr">
              <a:noFill/>
              <a:prstDash val="solid"/>
              <a:miter lim="800000"/>
            </a:ln>
            <a:effectLst/>
          </p:spPr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>
              <a:defPPr>
                <a:defRPr lang="en-US"/>
              </a:defPPr>
              <a:lvl1pPr marR="0" lvl="0" indent="0" algn="ctr" defTabSz="1219170" fontAlgn="auto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Stage/Ingest</a:t>
              </a:r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784A19E-C633-AFA1-C479-E8DBB4E83BBF}"/>
                </a:ext>
              </a:extLst>
            </p:cNvPr>
            <p:cNvGrpSpPr/>
            <p:nvPr/>
          </p:nvGrpSpPr>
          <p:grpSpPr>
            <a:xfrm>
              <a:off x="2481366" y="2202863"/>
              <a:ext cx="908726" cy="528921"/>
              <a:chOff x="1410286" y="4138851"/>
              <a:chExt cx="1024869" cy="528921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BB9B0702-17F1-9252-7C88-EF23425C0DF8}"/>
                  </a:ext>
                </a:extLst>
              </p:cNvPr>
              <p:cNvSpPr/>
              <p:nvPr/>
            </p:nvSpPr>
            <p:spPr>
              <a:xfrm>
                <a:off x="1410286" y="4138851"/>
                <a:ext cx="1024869" cy="528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5875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1" vertOverflow="overflow" horzOverflow="overflow" vert="horz" wrap="square" lIns="91440" tIns="91440" rIns="91440" bIns="91440" numCol="1" spcCol="38100" rtlCol="0" anchor="ctr">
                <a:noAutofit/>
              </a:bodyPr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C077B0AC-1A9E-1895-F47B-BBF209B06771}"/>
                  </a:ext>
                </a:extLst>
              </p:cNvPr>
              <p:cNvSpPr txBox="1"/>
              <p:nvPr/>
            </p:nvSpPr>
            <p:spPr>
              <a:xfrm>
                <a:off x="1452675" y="4178149"/>
                <a:ext cx="951252" cy="447623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/>
              <a:p>
                <a:pPr marL="55563" marR="0" lvl="0" indent="-53975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600" b="1" i="0" u="none" strike="noStrike" kern="0" cap="none" spc="0" normalizeH="0" baseline="0" noProof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Intent Detection</a:t>
                </a:r>
              </a:p>
              <a:p>
                <a:pPr marL="55563" marR="0" lvl="0" indent="-53975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600" b="1" i="0" u="none" strike="noStrike" kern="0" cap="none" spc="0" normalizeH="0" baseline="0" noProof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Domain Detection</a:t>
                </a:r>
              </a:p>
              <a:p>
                <a:pPr marL="55563" marR="0" lvl="0" indent="-53975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600" b="1" i="0" u="none" strike="noStrike" kern="0" cap="none" spc="0" normalizeH="0" baseline="0" noProof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Metadata identification</a:t>
                </a:r>
              </a:p>
            </p:txBody>
          </p:sp>
        </p:grp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B919CA15-3A19-E57E-A5F6-065E505ACAF1}"/>
              </a:ext>
            </a:extLst>
          </p:cNvPr>
          <p:cNvSpPr txBox="1"/>
          <p:nvPr/>
        </p:nvSpPr>
        <p:spPr>
          <a:xfrm>
            <a:off x="5041930" y="1278221"/>
            <a:ext cx="1323449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Knowledge Pipeline</a:t>
            </a:r>
          </a:p>
        </p:txBody>
      </p: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61D7B7FC-7E3E-44DC-B821-41ABD1EE5758}"/>
              </a:ext>
            </a:extLst>
          </p:cNvPr>
          <p:cNvCxnSpPr>
            <a:cxnSpLocks/>
          </p:cNvCxnSpPr>
          <p:nvPr/>
        </p:nvCxnSpPr>
        <p:spPr>
          <a:xfrm flipV="1">
            <a:off x="10755153" y="2111611"/>
            <a:ext cx="396430" cy="425400"/>
          </a:xfrm>
          <a:prstGeom prst="bentConnector3">
            <a:avLst>
              <a:gd name="adj1" fmla="val 60764"/>
            </a:avLst>
          </a:prstGeom>
          <a:ln w="3175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61313043-C6E2-C119-3432-F1E503DF6E1A}"/>
              </a:ext>
            </a:extLst>
          </p:cNvPr>
          <p:cNvCxnSpPr>
            <a:cxnSpLocks/>
          </p:cNvCxnSpPr>
          <p:nvPr/>
        </p:nvCxnSpPr>
        <p:spPr>
          <a:xfrm>
            <a:off x="10755153" y="2537011"/>
            <a:ext cx="463143" cy="352037"/>
          </a:xfrm>
          <a:prstGeom prst="bentConnector3">
            <a:avLst>
              <a:gd name="adj1" fmla="val 53102"/>
            </a:avLst>
          </a:prstGeom>
          <a:ln w="3175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1C2D257F-93D6-B764-778C-F291208E156C}"/>
              </a:ext>
            </a:extLst>
          </p:cNvPr>
          <p:cNvCxnSpPr>
            <a:cxnSpLocks/>
          </p:cNvCxnSpPr>
          <p:nvPr/>
        </p:nvCxnSpPr>
        <p:spPr>
          <a:xfrm>
            <a:off x="1586831" y="1920306"/>
            <a:ext cx="507952" cy="9794"/>
          </a:xfrm>
          <a:prstGeom prst="straightConnector1">
            <a:avLst/>
          </a:prstGeom>
          <a:ln w="31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D6DA9016-7B65-419A-F5D2-F6C7BB3E9C17}"/>
              </a:ext>
            </a:extLst>
          </p:cNvPr>
          <p:cNvCxnSpPr>
            <a:cxnSpLocks/>
          </p:cNvCxnSpPr>
          <p:nvPr/>
        </p:nvCxnSpPr>
        <p:spPr>
          <a:xfrm>
            <a:off x="1586831" y="2835542"/>
            <a:ext cx="507952" cy="6679"/>
          </a:xfrm>
          <a:prstGeom prst="straightConnector1">
            <a:avLst/>
          </a:prstGeom>
          <a:ln w="31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36752907-42C6-798C-E25E-40071F35A1A0}"/>
              </a:ext>
            </a:extLst>
          </p:cNvPr>
          <p:cNvCxnSpPr>
            <a:cxnSpLocks/>
          </p:cNvCxnSpPr>
          <p:nvPr/>
        </p:nvCxnSpPr>
        <p:spPr>
          <a:xfrm>
            <a:off x="1581513" y="3744221"/>
            <a:ext cx="507952" cy="4"/>
          </a:xfrm>
          <a:prstGeom prst="straightConnector1">
            <a:avLst/>
          </a:prstGeom>
          <a:ln w="31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" name="Picture 193">
            <a:extLst>
              <a:ext uri="{FF2B5EF4-FFF2-40B4-BE49-F238E27FC236}">
                <a16:creationId xmlns:a16="http://schemas.microsoft.com/office/drawing/2014/main" id="{9176CA1C-67A2-ADA6-B36C-3A172767A1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1992" y="1649094"/>
            <a:ext cx="369570" cy="274320"/>
          </a:xfrm>
          <a:prstGeom prst="rect">
            <a:avLst/>
          </a:prstGeom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739A35EB-724D-03CF-4A67-E418CBFDDBE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731" r="19774" b="5102"/>
          <a:stretch>
            <a:fillRect/>
          </a:stretch>
        </p:blipFill>
        <p:spPr>
          <a:xfrm>
            <a:off x="1622566" y="2621503"/>
            <a:ext cx="369570" cy="237207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304470C2-0857-ECF3-F463-1A5BA217F8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8853" y="2873285"/>
            <a:ext cx="420624" cy="274320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A4234DC9-385B-04EA-EE56-60008F8345A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1951" t="1" r="29465" b="10119"/>
          <a:stretch>
            <a:fillRect/>
          </a:stretch>
        </p:blipFill>
        <p:spPr>
          <a:xfrm>
            <a:off x="1680813" y="3483752"/>
            <a:ext cx="270508" cy="2246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1E1F44-BC88-57D6-36A2-E4EDA7EA46E8}"/>
              </a:ext>
            </a:extLst>
          </p:cNvPr>
          <p:cNvSpPr txBox="1"/>
          <p:nvPr/>
        </p:nvSpPr>
        <p:spPr>
          <a:xfrm>
            <a:off x="2353341" y="2119908"/>
            <a:ext cx="921614" cy="222119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2247F4-71A6-BA2B-C838-49A9B108181A}"/>
              </a:ext>
            </a:extLst>
          </p:cNvPr>
          <p:cNvSpPr txBox="1"/>
          <p:nvPr/>
        </p:nvSpPr>
        <p:spPr>
          <a:xfrm>
            <a:off x="2366390" y="2565762"/>
            <a:ext cx="903969" cy="222119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Document Classification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90F152-10E5-AD6D-9572-AD4260691B85}"/>
              </a:ext>
            </a:extLst>
          </p:cNvPr>
          <p:cNvSpPr txBox="1"/>
          <p:nvPr/>
        </p:nvSpPr>
        <p:spPr>
          <a:xfrm>
            <a:off x="2353341" y="3630751"/>
            <a:ext cx="921614" cy="222119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JSON Creation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0D24A55-840B-9056-4B57-71BAED9E2D2E}"/>
              </a:ext>
            </a:extLst>
          </p:cNvPr>
          <p:cNvSpPr/>
          <p:nvPr/>
        </p:nvSpPr>
        <p:spPr>
          <a:xfrm>
            <a:off x="4013506" y="1241423"/>
            <a:ext cx="3451709" cy="280229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  <p:txBody>
          <a:bodyPr rot="0" spcFirstLastPara="1" vertOverflow="overflow" horzOverflow="overflow" vert="horz" wrap="square" lIns="182880" tIns="182880" rIns="182880" bIns="18288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2497FA2-7FC7-F449-6DCD-FB930457AB24}"/>
              </a:ext>
            </a:extLst>
          </p:cNvPr>
          <p:cNvSpPr txBox="1"/>
          <p:nvPr/>
        </p:nvSpPr>
        <p:spPr>
          <a:xfrm>
            <a:off x="6423403" y="2135264"/>
            <a:ext cx="751594" cy="254609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Vector Database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6C993E0-0248-2E7D-F133-F23255221308}"/>
              </a:ext>
            </a:extLst>
          </p:cNvPr>
          <p:cNvSpPr txBox="1"/>
          <p:nvPr/>
        </p:nvSpPr>
        <p:spPr>
          <a:xfrm>
            <a:off x="6445178" y="3342037"/>
            <a:ext cx="698881" cy="234041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Graph Database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C6BE8A73-64DF-459B-569F-7472E32994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2473" y="3618346"/>
            <a:ext cx="484169" cy="25287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6876E1D-1D01-2796-407B-47117E27F69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502" t="8993"/>
          <a:stretch/>
        </p:blipFill>
        <p:spPr>
          <a:xfrm>
            <a:off x="6378219" y="2461474"/>
            <a:ext cx="228600" cy="213159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715A78EB-5CBD-990E-12B0-A82B8F29A35D}"/>
              </a:ext>
            </a:extLst>
          </p:cNvPr>
          <p:cNvSpPr/>
          <p:nvPr/>
        </p:nvSpPr>
        <p:spPr>
          <a:xfrm>
            <a:off x="7989184" y="931381"/>
            <a:ext cx="1120710" cy="1904161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  <p:txBody>
          <a:bodyPr rot="0" spcFirstLastPara="1" vertOverflow="overflow" horzOverflow="overflow" vert="horz" wrap="square" lIns="182880" tIns="182880" rIns="182880" bIns="18288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A27185F-07A1-4345-A915-C2446360CEAB}"/>
              </a:ext>
            </a:extLst>
          </p:cNvPr>
          <p:cNvSpPr txBox="1"/>
          <p:nvPr/>
        </p:nvSpPr>
        <p:spPr>
          <a:xfrm>
            <a:off x="7829913" y="977581"/>
            <a:ext cx="1323449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Retrieval Layer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624A573-3B27-AE82-041C-E23FD8D11ECA}"/>
              </a:ext>
            </a:extLst>
          </p:cNvPr>
          <p:cNvSpPr txBox="1"/>
          <p:nvPr/>
        </p:nvSpPr>
        <p:spPr>
          <a:xfrm>
            <a:off x="8044599" y="1737288"/>
            <a:ext cx="912783" cy="222119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BM25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A730790-7B1E-46D0-F7B8-E64B26FF67B6}"/>
              </a:ext>
            </a:extLst>
          </p:cNvPr>
          <p:cNvSpPr txBox="1"/>
          <p:nvPr/>
        </p:nvSpPr>
        <p:spPr>
          <a:xfrm>
            <a:off x="8044598" y="2040919"/>
            <a:ext cx="912783" cy="222119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Vector Search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E7A7CA1-174A-8911-5A31-69AE54955FEC}"/>
              </a:ext>
            </a:extLst>
          </p:cNvPr>
          <p:cNvSpPr txBox="1"/>
          <p:nvPr/>
        </p:nvSpPr>
        <p:spPr>
          <a:xfrm>
            <a:off x="8054272" y="2341590"/>
            <a:ext cx="912783" cy="222119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Graph Retrieval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43512A9-2F24-697E-ACAE-5FF3A5C075DE}"/>
              </a:ext>
            </a:extLst>
          </p:cNvPr>
          <p:cNvSpPr/>
          <p:nvPr/>
        </p:nvSpPr>
        <p:spPr>
          <a:xfrm>
            <a:off x="9455821" y="999390"/>
            <a:ext cx="1166585" cy="2288939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  <p:txBody>
          <a:bodyPr rot="0" spcFirstLastPara="1" vertOverflow="overflow" horzOverflow="overflow" vert="horz" wrap="square" lIns="182880" tIns="182880" rIns="182880" bIns="18288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2834754-9629-6692-C67B-CE990ACEA206}"/>
              </a:ext>
            </a:extLst>
          </p:cNvPr>
          <p:cNvSpPr txBox="1"/>
          <p:nvPr/>
        </p:nvSpPr>
        <p:spPr>
          <a:xfrm>
            <a:off x="9376166" y="1084991"/>
            <a:ext cx="1323449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Access Layer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A9E8672-66FA-6EA3-4C94-8B4B9628F419}"/>
              </a:ext>
            </a:extLst>
          </p:cNvPr>
          <p:cNvSpPr/>
          <p:nvPr/>
        </p:nvSpPr>
        <p:spPr>
          <a:xfrm rot="5400000">
            <a:off x="3003538" y="-242764"/>
            <a:ext cx="3680280" cy="5508428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  <p:txBody>
          <a:bodyPr rot="0" spcFirstLastPara="1" vertOverflow="overflow" horzOverflow="overflow" vert="horz" wrap="square" lIns="182880" tIns="182880" rIns="182880" bIns="18288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2E4A7381-D1DF-ECBC-C3F2-5AC734A80D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89465" y="678537"/>
            <a:ext cx="852383" cy="315830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D20AE329-A341-7D82-F9D3-E2366DB997BD}"/>
              </a:ext>
            </a:extLst>
          </p:cNvPr>
          <p:cNvSpPr txBox="1"/>
          <p:nvPr/>
        </p:nvSpPr>
        <p:spPr>
          <a:xfrm>
            <a:off x="2859106" y="686405"/>
            <a:ext cx="1997361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Orchestration for Ingestion &amp; Update Pipelines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6C208945-6E35-3F61-3B2A-903B0C46E545}"/>
              </a:ext>
            </a:extLst>
          </p:cNvPr>
          <p:cNvCxnSpPr>
            <a:cxnSpLocks/>
          </p:cNvCxnSpPr>
          <p:nvPr/>
        </p:nvCxnSpPr>
        <p:spPr>
          <a:xfrm flipV="1">
            <a:off x="7465215" y="2336004"/>
            <a:ext cx="545360" cy="14424"/>
          </a:xfrm>
          <a:prstGeom prst="straightConnector1">
            <a:avLst/>
          </a:prstGeom>
          <a:ln w="31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5CAE50F1-40A0-7C82-C2BB-CC6F3F4C2C54}"/>
              </a:ext>
            </a:extLst>
          </p:cNvPr>
          <p:cNvCxnSpPr>
            <a:cxnSpLocks/>
          </p:cNvCxnSpPr>
          <p:nvPr/>
        </p:nvCxnSpPr>
        <p:spPr>
          <a:xfrm flipV="1">
            <a:off x="9131742" y="2111024"/>
            <a:ext cx="330692" cy="9495"/>
          </a:xfrm>
          <a:prstGeom prst="straightConnector1">
            <a:avLst/>
          </a:prstGeom>
          <a:ln w="31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: Elbow 214">
            <a:extLst>
              <a:ext uri="{FF2B5EF4-FFF2-40B4-BE49-F238E27FC236}">
                <a16:creationId xmlns:a16="http://schemas.microsoft.com/office/drawing/2014/main" id="{51E3CBA4-53E1-F270-161C-327E112E93B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71056" y="2020535"/>
            <a:ext cx="937222" cy="352842"/>
          </a:xfrm>
          <a:prstGeom prst="bentConnector3">
            <a:avLst>
              <a:gd name="adj1" fmla="val 98782"/>
            </a:avLst>
          </a:prstGeom>
          <a:ln w="3175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: Elbow 215">
            <a:extLst>
              <a:ext uri="{FF2B5EF4-FFF2-40B4-BE49-F238E27FC236}">
                <a16:creationId xmlns:a16="http://schemas.microsoft.com/office/drawing/2014/main" id="{B1D134A4-780E-A755-55AB-E6E41192C50A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3395465" y="2652201"/>
            <a:ext cx="722235" cy="718007"/>
          </a:xfrm>
          <a:prstGeom prst="bentConnector3">
            <a:avLst>
              <a:gd name="adj1" fmla="val 50000"/>
            </a:avLst>
          </a:prstGeom>
          <a:ln w="3175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0898838-3CE4-3F0F-4A1C-1CACED39B9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25610" y="2736108"/>
            <a:ext cx="560832" cy="365760"/>
          </a:xfrm>
          <a:prstGeom prst="rect">
            <a:avLst/>
          </a:prstGeom>
        </p:spPr>
      </p:pic>
      <p:pic>
        <p:nvPicPr>
          <p:cNvPr id="19" name="Graphic 18" descr="Chat with solid fill">
            <a:extLst>
              <a:ext uri="{FF2B5EF4-FFF2-40B4-BE49-F238E27FC236}">
                <a16:creationId xmlns:a16="http://schemas.microsoft.com/office/drawing/2014/main" id="{547AF4B9-4879-6D01-A18B-7D8AAFF78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04009" y="1370762"/>
            <a:ext cx="417420" cy="41742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5C27A83-C503-4534-30AB-A8B232EF025C}"/>
              </a:ext>
            </a:extLst>
          </p:cNvPr>
          <p:cNvSpPr txBox="1"/>
          <p:nvPr/>
        </p:nvSpPr>
        <p:spPr>
          <a:xfrm>
            <a:off x="9948570" y="1452760"/>
            <a:ext cx="632261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Exploration Validation</a:t>
            </a:r>
          </a:p>
        </p:txBody>
      </p:sp>
      <p:pic>
        <p:nvPicPr>
          <p:cNvPr id="22" name="Graphic 21" descr="Connected with solid fill">
            <a:extLst>
              <a:ext uri="{FF2B5EF4-FFF2-40B4-BE49-F238E27FC236}">
                <a16:creationId xmlns:a16="http://schemas.microsoft.com/office/drawing/2014/main" id="{79D889F7-BB1B-CE92-CA25-318945C8B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468587" y="1963226"/>
            <a:ext cx="478759" cy="47875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56AD94C-C100-8E43-7029-CFD55E948651}"/>
              </a:ext>
            </a:extLst>
          </p:cNvPr>
          <p:cNvSpPr txBox="1"/>
          <p:nvPr/>
        </p:nvSpPr>
        <p:spPr>
          <a:xfrm>
            <a:off x="9947346" y="2027263"/>
            <a:ext cx="632261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RAG API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Integrations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64CBDE0-22D9-9C3C-E1FC-CC421C565F2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13425" y="1719492"/>
            <a:ext cx="291878" cy="32836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C813B77-B567-EB19-76F6-00314856340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04322" y="1695698"/>
            <a:ext cx="325151" cy="31724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E75D79D-E2EA-72D8-E80D-39496A30A8E5}"/>
              </a:ext>
            </a:extLst>
          </p:cNvPr>
          <p:cNvSpPr txBox="1"/>
          <p:nvPr/>
        </p:nvSpPr>
        <p:spPr>
          <a:xfrm>
            <a:off x="4134117" y="2115447"/>
            <a:ext cx="714292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Embeddings Generated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853805-2FFB-F60F-B7B0-9A6C64DEB8B6}"/>
              </a:ext>
            </a:extLst>
          </p:cNvPr>
          <p:cNvSpPr txBox="1"/>
          <p:nvPr/>
        </p:nvSpPr>
        <p:spPr>
          <a:xfrm>
            <a:off x="5048901" y="2084480"/>
            <a:ext cx="951252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Metadata/Semantic Embeddings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B8F1EEE-E1D8-A826-614C-CC225EE92E6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1951" t="1" r="29465" b="10119"/>
          <a:stretch>
            <a:fillRect/>
          </a:stretch>
        </p:blipFill>
        <p:spPr>
          <a:xfrm>
            <a:off x="4258372" y="2383420"/>
            <a:ext cx="270508" cy="22466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7D67773-4BB6-ABD4-3F6B-D72825B6A909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30851" r="30565" b="8706"/>
          <a:stretch>
            <a:fillRect/>
          </a:stretch>
        </p:blipFill>
        <p:spPr>
          <a:xfrm>
            <a:off x="4519275" y="2336004"/>
            <a:ext cx="270508" cy="31724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DF411AF-878E-6645-9289-9739CED76A9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74004" y="2351565"/>
            <a:ext cx="415090" cy="27432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BD467AE5-4D74-3F9C-8521-48B7CD7949CB}"/>
              </a:ext>
            </a:extLst>
          </p:cNvPr>
          <p:cNvSpPr/>
          <p:nvPr/>
        </p:nvSpPr>
        <p:spPr>
          <a:xfrm>
            <a:off x="4153690" y="1448384"/>
            <a:ext cx="1799708" cy="1197244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  <p:txBody>
          <a:bodyPr rot="0" spcFirstLastPara="1" vertOverflow="overflow" horzOverflow="overflow" vert="horz" wrap="square" lIns="182880" tIns="182880" rIns="182880" bIns="18288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24DC407-9E8F-926C-2885-2425DBA8C340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30851" r="30565" b="8706"/>
          <a:stretch>
            <a:fillRect/>
          </a:stretch>
        </p:blipFill>
        <p:spPr>
          <a:xfrm>
            <a:off x="5540307" y="2296646"/>
            <a:ext cx="270508" cy="317247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A4E2F51-10D7-376A-0E51-F67DA8B6DDDF}"/>
              </a:ext>
            </a:extLst>
          </p:cNvPr>
          <p:cNvCxnSpPr>
            <a:cxnSpLocks/>
          </p:cNvCxnSpPr>
          <p:nvPr/>
        </p:nvCxnSpPr>
        <p:spPr>
          <a:xfrm>
            <a:off x="4680150" y="1876658"/>
            <a:ext cx="517788" cy="0"/>
          </a:xfrm>
          <a:prstGeom prst="straightConnector1">
            <a:avLst/>
          </a:prstGeom>
          <a:ln w="31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38EC9DA-25E5-D1D6-1DF6-D8026D2FC5D2}"/>
              </a:ext>
            </a:extLst>
          </p:cNvPr>
          <p:cNvSpPr txBox="1"/>
          <p:nvPr/>
        </p:nvSpPr>
        <p:spPr>
          <a:xfrm>
            <a:off x="4297358" y="1514243"/>
            <a:ext cx="1323449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Vector Processing</a:t>
            </a:r>
          </a:p>
        </p:txBody>
      </p:sp>
      <p:pic>
        <p:nvPicPr>
          <p:cNvPr id="105" name="Graphic 104" descr="User with solid fill">
            <a:extLst>
              <a:ext uri="{FF2B5EF4-FFF2-40B4-BE49-F238E27FC236}">
                <a16:creationId xmlns:a16="http://schemas.microsoft.com/office/drawing/2014/main" id="{3142C146-4216-66EF-15DF-66A3C2F42B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213810" y="2676822"/>
            <a:ext cx="487099" cy="487099"/>
          </a:xfrm>
          <a:prstGeom prst="rect">
            <a:avLst/>
          </a:prstGeom>
        </p:spPr>
      </p:pic>
      <p:pic>
        <p:nvPicPr>
          <p:cNvPr id="107" name="Graphic 106" descr="Robot with solid fill">
            <a:extLst>
              <a:ext uri="{FF2B5EF4-FFF2-40B4-BE49-F238E27FC236}">
                <a16:creationId xmlns:a16="http://schemas.microsoft.com/office/drawing/2014/main" id="{ECE0971B-215A-621E-BE3B-EC0757BA91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95280" y="1869622"/>
            <a:ext cx="481853" cy="481853"/>
          </a:xfrm>
          <a:prstGeom prst="rect">
            <a:avLst/>
          </a:prstGeom>
        </p:spPr>
      </p:pic>
      <p:pic>
        <p:nvPicPr>
          <p:cNvPr id="115" name="Graphic 114" descr="Search Inventory with solid fill">
            <a:extLst>
              <a:ext uri="{FF2B5EF4-FFF2-40B4-BE49-F238E27FC236}">
                <a16:creationId xmlns:a16="http://schemas.microsoft.com/office/drawing/2014/main" id="{2DF0FFD4-42D2-60F1-E68A-016B821B35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26992" y="1244011"/>
            <a:ext cx="454044" cy="454044"/>
          </a:xfrm>
          <a:prstGeom prst="rect">
            <a:avLst/>
          </a:prstGeom>
        </p:spPr>
      </p:pic>
      <p:pic>
        <p:nvPicPr>
          <p:cNvPr id="131" name="Graphic 130" descr="Database with solid fill">
            <a:extLst>
              <a:ext uri="{FF2B5EF4-FFF2-40B4-BE49-F238E27FC236}">
                <a16:creationId xmlns:a16="http://schemas.microsoft.com/office/drawing/2014/main" id="{AA97BA1F-A17E-31EB-AADB-FD5683B96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518718" y="1651833"/>
            <a:ext cx="449650" cy="449650"/>
          </a:xfrm>
          <a:prstGeom prst="rect">
            <a:avLst/>
          </a:prstGeom>
        </p:spPr>
      </p:pic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007F23EB-33D9-DD33-63BF-16CF1AEDF6B7}"/>
              </a:ext>
            </a:extLst>
          </p:cNvPr>
          <p:cNvCxnSpPr>
            <a:cxnSpLocks/>
          </p:cNvCxnSpPr>
          <p:nvPr/>
        </p:nvCxnSpPr>
        <p:spPr>
          <a:xfrm>
            <a:off x="5960593" y="1928681"/>
            <a:ext cx="458594" cy="9764"/>
          </a:xfrm>
          <a:prstGeom prst="straightConnector1">
            <a:avLst/>
          </a:prstGeom>
          <a:ln w="31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4" name="Picture 133">
            <a:extLst>
              <a:ext uri="{FF2B5EF4-FFF2-40B4-BE49-F238E27FC236}">
                <a16:creationId xmlns:a16="http://schemas.microsoft.com/office/drawing/2014/main" id="{0D70E182-9640-86BC-3831-D36F4FA5E14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06518" y="2993869"/>
            <a:ext cx="291878" cy="328363"/>
          </a:xfrm>
          <a:prstGeom prst="rect">
            <a:avLst/>
          </a:prstGeom>
        </p:spPr>
      </p:pic>
      <p:sp>
        <p:nvSpPr>
          <p:cNvPr id="135" name="TextBox 134">
            <a:extLst>
              <a:ext uri="{FF2B5EF4-FFF2-40B4-BE49-F238E27FC236}">
                <a16:creationId xmlns:a16="http://schemas.microsoft.com/office/drawing/2014/main" id="{001E23D3-E48D-D706-C8CB-406E288B603C}"/>
              </a:ext>
            </a:extLst>
          </p:cNvPr>
          <p:cNvSpPr txBox="1"/>
          <p:nvPr/>
        </p:nvSpPr>
        <p:spPr>
          <a:xfrm>
            <a:off x="4168614" y="3365457"/>
            <a:ext cx="873377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Entity &amp; Relationship extraction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AA0CEBC-4FF3-FDF1-8AC0-856048432447}"/>
              </a:ext>
            </a:extLst>
          </p:cNvPr>
          <p:cNvSpPr txBox="1"/>
          <p:nvPr/>
        </p:nvSpPr>
        <p:spPr>
          <a:xfrm>
            <a:off x="5082178" y="3331204"/>
            <a:ext cx="951252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Domain/Community Clustering</a:t>
            </a:r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3792CBAF-F4F3-9926-78D4-0CF7EC5688D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28338" y="2992961"/>
            <a:ext cx="270507" cy="292639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07747387-EA65-3D33-647C-6551B0D041D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1951" t="1" r="29465" b="10119"/>
          <a:stretch>
            <a:fillRect/>
          </a:stretch>
        </p:blipFill>
        <p:spPr>
          <a:xfrm>
            <a:off x="4268008" y="3652417"/>
            <a:ext cx="270508" cy="224664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6CA442C0-578F-E07F-BF87-DFA6F22E449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30851" r="30565" b="8706"/>
          <a:stretch>
            <a:fillRect/>
          </a:stretch>
        </p:blipFill>
        <p:spPr>
          <a:xfrm>
            <a:off x="4528911" y="3605001"/>
            <a:ext cx="270508" cy="317247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AFE30CAF-2EFB-CB56-8BE1-DDD85723482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52989" y="3629014"/>
            <a:ext cx="415090" cy="274320"/>
          </a:xfrm>
          <a:prstGeom prst="rect">
            <a:avLst/>
          </a:prstGeom>
        </p:spPr>
      </p:pic>
      <p:sp>
        <p:nvSpPr>
          <p:cNvPr id="141" name="Rectangle 140">
            <a:extLst>
              <a:ext uri="{FF2B5EF4-FFF2-40B4-BE49-F238E27FC236}">
                <a16:creationId xmlns:a16="http://schemas.microsoft.com/office/drawing/2014/main" id="{583DC722-0EA0-65F8-D8C6-2E4CFB25D29F}"/>
              </a:ext>
            </a:extLst>
          </p:cNvPr>
          <p:cNvSpPr/>
          <p:nvPr/>
        </p:nvSpPr>
        <p:spPr>
          <a:xfrm>
            <a:off x="4162850" y="2726694"/>
            <a:ext cx="1799708" cy="1197244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  <p:txBody>
          <a:bodyPr rot="0" spcFirstLastPara="1" vertOverflow="overflow" horzOverflow="overflow" vert="horz" wrap="square" lIns="182880" tIns="182880" rIns="182880" bIns="18288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pic>
        <p:nvPicPr>
          <p:cNvPr id="143" name="Picture 142">
            <a:extLst>
              <a:ext uri="{FF2B5EF4-FFF2-40B4-BE49-F238E27FC236}">
                <a16:creationId xmlns:a16="http://schemas.microsoft.com/office/drawing/2014/main" id="{849F4FF7-4EC7-8127-C0EC-476F504DA435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30851" r="30565" b="8706"/>
          <a:stretch>
            <a:fillRect/>
          </a:stretch>
        </p:blipFill>
        <p:spPr>
          <a:xfrm>
            <a:off x="5619292" y="3574095"/>
            <a:ext cx="270508" cy="317247"/>
          </a:xfrm>
          <a:prstGeom prst="rect">
            <a:avLst/>
          </a:prstGeom>
        </p:spPr>
      </p:pic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6FD8B7ED-DE12-142F-8FAC-F5AEAC63FFBB}"/>
              </a:ext>
            </a:extLst>
          </p:cNvPr>
          <p:cNvCxnSpPr>
            <a:cxnSpLocks/>
          </p:cNvCxnSpPr>
          <p:nvPr/>
        </p:nvCxnSpPr>
        <p:spPr>
          <a:xfrm>
            <a:off x="4741459" y="3127604"/>
            <a:ext cx="473741" cy="0"/>
          </a:xfrm>
          <a:prstGeom prst="straightConnector1">
            <a:avLst/>
          </a:prstGeom>
          <a:ln w="31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57FD3BC8-D719-2AFA-82D7-B930DD2F9DC7}"/>
              </a:ext>
            </a:extLst>
          </p:cNvPr>
          <p:cNvSpPr txBox="1"/>
          <p:nvPr/>
        </p:nvSpPr>
        <p:spPr>
          <a:xfrm>
            <a:off x="4306518" y="2792553"/>
            <a:ext cx="1323449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Graph Creation</a:t>
            </a:r>
          </a:p>
        </p:txBody>
      </p:sp>
      <p:pic>
        <p:nvPicPr>
          <p:cNvPr id="156" name="Graphic 155" descr="Connections with solid fill">
            <a:extLst>
              <a:ext uri="{FF2B5EF4-FFF2-40B4-BE49-F238E27FC236}">
                <a16:creationId xmlns:a16="http://schemas.microsoft.com/office/drawing/2014/main" id="{C2CCFC37-E496-D61C-1BD2-E26D0FFC5E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526288" y="2869417"/>
            <a:ext cx="465306" cy="465306"/>
          </a:xfrm>
          <a:prstGeom prst="rect">
            <a:avLst/>
          </a:prstGeom>
        </p:spPr>
      </p:pic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D8E5E566-87F7-467B-E2E8-F0975F7F41BC}"/>
              </a:ext>
            </a:extLst>
          </p:cNvPr>
          <p:cNvCxnSpPr>
            <a:cxnSpLocks/>
          </p:cNvCxnSpPr>
          <p:nvPr/>
        </p:nvCxnSpPr>
        <p:spPr>
          <a:xfrm>
            <a:off x="6012829" y="3188314"/>
            <a:ext cx="406358" cy="1235"/>
          </a:xfrm>
          <a:prstGeom prst="straightConnector1">
            <a:avLst/>
          </a:prstGeom>
          <a:ln w="31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3" name="Picture 182">
            <a:extLst>
              <a:ext uri="{FF2B5EF4-FFF2-40B4-BE49-F238E27FC236}">
                <a16:creationId xmlns:a16="http://schemas.microsoft.com/office/drawing/2014/main" id="{8A43AD44-D2E7-9719-CF19-8117C2BBE05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30525" y="2489118"/>
            <a:ext cx="565100" cy="113634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B8386878-B9B6-1F16-FCDD-3707D3E3645F}"/>
              </a:ext>
            </a:extLst>
          </p:cNvPr>
          <p:cNvSpPr/>
          <p:nvPr/>
        </p:nvSpPr>
        <p:spPr>
          <a:xfrm>
            <a:off x="308697" y="760719"/>
            <a:ext cx="1280144" cy="3590871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  <p:txBody>
          <a:bodyPr rot="0" spcFirstLastPara="1" vertOverflow="overflow" horzOverflow="overflow" vert="horz" wrap="square" lIns="182880" tIns="182880" rIns="182880" bIns="18288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DAD3739-3FFE-9684-8025-1B15050A5D93}"/>
              </a:ext>
            </a:extLst>
          </p:cNvPr>
          <p:cNvSpPr txBox="1"/>
          <p:nvPr/>
        </p:nvSpPr>
        <p:spPr bwMode="gray">
          <a:xfrm>
            <a:off x="394744" y="836452"/>
            <a:ext cx="1157943" cy="289112"/>
          </a:xfrm>
          <a:prstGeom prst="rect">
            <a:avLst/>
          </a:prstGeom>
        </p:spPr>
        <p:txBody>
          <a:bodyPr wrap="square" lIns="0" r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From Azure Blob/wiki/</a:t>
            </a: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Confluence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772DA3AE-DB2D-6DA9-8D44-C142A22B9A4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1993" y="5496503"/>
            <a:ext cx="471488" cy="376238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2B66F7DD-8182-983D-2CCC-7563D0844473}"/>
              </a:ext>
            </a:extLst>
          </p:cNvPr>
          <p:cNvSpPr txBox="1"/>
          <p:nvPr/>
        </p:nvSpPr>
        <p:spPr bwMode="gray">
          <a:xfrm>
            <a:off x="461993" y="5818953"/>
            <a:ext cx="768404" cy="376238"/>
          </a:xfrm>
          <a:prstGeom prst="rect">
            <a:avLst/>
          </a:prstGeom>
        </p:spPr>
        <p:txBody>
          <a:bodyPr wrap="square" lIns="0" rIns="0" rtlCol="0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Files modified in Azure Blob 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B1E0209-340A-F682-1DC1-ADE2157DE4A0}"/>
              </a:ext>
            </a:extLst>
          </p:cNvPr>
          <p:cNvCxnSpPr>
            <a:cxnSpLocks/>
          </p:cNvCxnSpPr>
          <p:nvPr/>
        </p:nvCxnSpPr>
        <p:spPr>
          <a:xfrm>
            <a:off x="943229" y="5674416"/>
            <a:ext cx="73152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97D29E33-150A-5301-98E8-FABF5AE3CB33}"/>
              </a:ext>
            </a:extLst>
          </p:cNvPr>
          <p:cNvSpPr/>
          <p:nvPr/>
        </p:nvSpPr>
        <p:spPr>
          <a:xfrm>
            <a:off x="943229" y="5528295"/>
            <a:ext cx="655949" cy="18466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 Trigger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9C7D1A5D-4A1E-010F-67CF-BEAEB597754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730148" y="5496503"/>
            <a:ext cx="471488" cy="39665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2A437D0D-87E0-E88B-93C1-B7E3FD60676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67539" y="5524842"/>
            <a:ext cx="360690" cy="376238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7CF30634-CC50-A51D-9370-953152296170}"/>
              </a:ext>
            </a:extLst>
          </p:cNvPr>
          <p:cNvSpPr txBox="1"/>
          <p:nvPr/>
        </p:nvSpPr>
        <p:spPr bwMode="gray">
          <a:xfrm>
            <a:off x="2885089" y="5847292"/>
            <a:ext cx="902960" cy="322859"/>
          </a:xfrm>
          <a:prstGeom prst="rect">
            <a:avLst/>
          </a:prstGeom>
        </p:spPr>
        <p:txBody>
          <a:bodyPr wrap="square" lIns="0" r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Azure Service Bus Topic (Push Notification)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1D0C19-49A9-3741-818E-91897F8E8A95}"/>
              </a:ext>
            </a:extLst>
          </p:cNvPr>
          <p:cNvCxnSpPr>
            <a:cxnSpLocks/>
          </p:cNvCxnSpPr>
          <p:nvPr/>
        </p:nvCxnSpPr>
        <p:spPr>
          <a:xfrm>
            <a:off x="2241128" y="5698685"/>
            <a:ext cx="73152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6" name="Picture 85">
            <a:extLst>
              <a:ext uri="{FF2B5EF4-FFF2-40B4-BE49-F238E27FC236}">
                <a16:creationId xmlns:a16="http://schemas.microsoft.com/office/drawing/2014/main" id="{380D5421-C7CD-D878-6B58-FB949C4FCBA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88191" y="5524842"/>
            <a:ext cx="355821" cy="376238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DFCEEB97-D0DE-19C6-2CF4-B54D62FE2E76}"/>
              </a:ext>
            </a:extLst>
          </p:cNvPr>
          <p:cNvSpPr txBox="1"/>
          <p:nvPr/>
        </p:nvSpPr>
        <p:spPr bwMode="gray">
          <a:xfrm>
            <a:off x="4232317" y="5816987"/>
            <a:ext cx="914400" cy="322859"/>
          </a:xfrm>
          <a:prstGeom prst="rect">
            <a:avLst/>
          </a:prstGeom>
        </p:spPr>
        <p:txBody>
          <a:bodyPr wrap="square" lIns="0" r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Azure Functions (Process Notification)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9D83CD0-368C-1E38-0AB9-F04F15DAA7C5}"/>
              </a:ext>
            </a:extLst>
          </p:cNvPr>
          <p:cNvCxnSpPr>
            <a:cxnSpLocks/>
          </p:cNvCxnSpPr>
          <p:nvPr/>
        </p:nvCxnSpPr>
        <p:spPr>
          <a:xfrm>
            <a:off x="3459346" y="5698685"/>
            <a:ext cx="73152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1B8B6AF7-91F9-4957-A3A2-D18ABCFC91AD}"/>
              </a:ext>
            </a:extLst>
          </p:cNvPr>
          <p:cNvSpPr txBox="1"/>
          <p:nvPr/>
        </p:nvSpPr>
        <p:spPr bwMode="gray">
          <a:xfrm>
            <a:off x="1696584" y="5847296"/>
            <a:ext cx="731520" cy="322855"/>
          </a:xfrm>
          <a:prstGeom prst="rect">
            <a:avLst/>
          </a:prstGeom>
        </p:spPr>
        <p:txBody>
          <a:bodyPr wrap="square" lIns="0" r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Azure Event Grid Notifications 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6A6C8E7-2CEB-F894-45A9-26190127A022}"/>
              </a:ext>
            </a:extLst>
          </p:cNvPr>
          <p:cNvSpPr/>
          <p:nvPr/>
        </p:nvSpPr>
        <p:spPr>
          <a:xfrm rot="5400000">
            <a:off x="2176878" y="3285393"/>
            <a:ext cx="1141068" cy="4853182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  <p:txBody>
          <a:bodyPr rot="0" spcFirstLastPara="1" vertOverflow="overflow" horzOverflow="overflow" vert="horz" wrap="square" lIns="182880" tIns="182880" rIns="182880" bIns="18288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576F15F-FCE8-8F4F-2415-44E8280CB217}"/>
              </a:ext>
            </a:extLst>
          </p:cNvPr>
          <p:cNvSpPr txBox="1"/>
          <p:nvPr/>
        </p:nvSpPr>
        <p:spPr bwMode="gray">
          <a:xfrm>
            <a:off x="379742" y="5141448"/>
            <a:ext cx="1861386" cy="322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Knowledge Store File Update Flow</a:t>
            </a: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E418648-6470-0C5D-001C-8DC218B0F390}"/>
              </a:ext>
            </a:extLst>
          </p:cNvPr>
          <p:cNvSpPr txBox="1"/>
          <p:nvPr/>
        </p:nvSpPr>
        <p:spPr>
          <a:xfrm>
            <a:off x="5517836" y="5469462"/>
            <a:ext cx="927342" cy="489100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Approval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E4A61FFA-12F7-7062-A1FD-59B2093494A1}"/>
              </a:ext>
            </a:extLst>
          </p:cNvPr>
          <p:cNvCxnSpPr>
            <a:cxnSpLocks/>
            <a:stCxn id="90" idx="0"/>
            <a:endCxn id="110" idx="1"/>
          </p:cNvCxnSpPr>
          <p:nvPr/>
        </p:nvCxnSpPr>
        <p:spPr>
          <a:xfrm>
            <a:off x="5174003" y="5711984"/>
            <a:ext cx="343833" cy="202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960004B-671E-42F4-84CD-8BE64633DBA7}"/>
              </a:ext>
            </a:extLst>
          </p:cNvPr>
          <p:cNvSpPr/>
          <p:nvPr/>
        </p:nvSpPr>
        <p:spPr>
          <a:xfrm>
            <a:off x="6230546" y="1441859"/>
            <a:ext cx="1041811" cy="2459625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  <p:txBody>
          <a:bodyPr rot="0" spcFirstLastPara="1" vertOverflow="overflow" horzOverflow="overflow" vert="horz" wrap="square" lIns="182880" tIns="182880" rIns="182880" bIns="18288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C4FB5FE-71E4-44CA-4804-7AA4EF9FAF75}"/>
              </a:ext>
            </a:extLst>
          </p:cNvPr>
          <p:cNvSpPr txBox="1"/>
          <p:nvPr/>
        </p:nvSpPr>
        <p:spPr bwMode="gray">
          <a:xfrm>
            <a:off x="6419187" y="1448383"/>
            <a:ext cx="836746" cy="196135"/>
          </a:xfrm>
          <a:prstGeom prst="rect">
            <a:avLst/>
          </a:prstGeom>
        </p:spPr>
        <p:txBody>
          <a:bodyPr wrap="square" lIns="0" r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Knowledge Base</a:t>
            </a:r>
          </a:p>
        </p:txBody>
      </p: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E1CFEF27-89C0-64C6-B5DC-D53363CDF714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10580831" y="1560482"/>
            <a:ext cx="1214096" cy="3936021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7027765-42E2-F6FD-C29C-64B13F63D021}"/>
              </a:ext>
            </a:extLst>
          </p:cNvPr>
          <p:cNvSpPr txBox="1"/>
          <p:nvPr/>
        </p:nvSpPr>
        <p:spPr>
          <a:xfrm>
            <a:off x="10872399" y="1406521"/>
            <a:ext cx="789366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Feedback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97F2BE3-7245-3365-428F-95489C332505}"/>
              </a:ext>
            </a:extLst>
          </p:cNvPr>
          <p:cNvCxnSpPr>
            <a:cxnSpLocks/>
            <a:endCxn id="104" idx="3"/>
          </p:cNvCxnSpPr>
          <p:nvPr/>
        </p:nvCxnSpPr>
        <p:spPr>
          <a:xfrm flipH="1">
            <a:off x="10699615" y="5487238"/>
            <a:ext cx="107785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8107436F-4652-D6C0-7D68-90D94E53B1ED}"/>
              </a:ext>
            </a:extLst>
          </p:cNvPr>
          <p:cNvSpPr txBox="1"/>
          <p:nvPr/>
        </p:nvSpPr>
        <p:spPr>
          <a:xfrm>
            <a:off x="9772273" y="5242688"/>
            <a:ext cx="927342" cy="489100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SME Review</a:t>
            </a:r>
          </a:p>
        </p:txBody>
      </p:sp>
      <p:pic>
        <p:nvPicPr>
          <p:cNvPr id="129" name="Picture 128">
            <a:extLst>
              <a:ext uri="{FF2B5EF4-FFF2-40B4-BE49-F238E27FC236}">
                <a16:creationId xmlns:a16="http://schemas.microsoft.com/office/drawing/2014/main" id="{5A265D47-0CA5-5BAC-F7E3-0A7C2C9B8B5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651607" y="5104044"/>
            <a:ext cx="619211" cy="750492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F501FABB-8A10-9281-9BBA-09EAE02350B6}"/>
              </a:ext>
            </a:extLst>
          </p:cNvPr>
          <p:cNvSpPr txBox="1"/>
          <p:nvPr/>
        </p:nvSpPr>
        <p:spPr bwMode="gray">
          <a:xfrm>
            <a:off x="8581994" y="5854536"/>
            <a:ext cx="758438" cy="122775"/>
          </a:xfrm>
          <a:prstGeom prst="rect">
            <a:avLst/>
          </a:prstGeom>
        </p:spPr>
        <p:txBody>
          <a:bodyPr wrap="square" lIns="0" r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Investigator Agent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2E682B6-67D3-ECF1-26AB-545F7DE71C7F}"/>
              </a:ext>
            </a:extLst>
          </p:cNvPr>
          <p:cNvSpPr txBox="1"/>
          <p:nvPr/>
        </p:nvSpPr>
        <p:spPr>
          <a:xfrm>
            <a:off x="8485586" y="6045443"/>
            <a:ext cx="951252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Analyzes User Feedback and Identifies Relevant Chunks</a:t>
            </a: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A98308CF-5A2B-C230-6B59-1DC52366F9AA}"/>
              </a:ext>
            </a:extLst>
          </p:cNvPr>
          <p:cNvCxnSpPr>
            <a:cxnSpLocks/>
            <a:stCxn id="129" idx="1"/>
            <a:endCxn id="149" idx="3"/>
          </p:cNvCxnSpPr>
          <p:nvPr/>
        </p:nvCxnSpPr>
        <p:spPr>
          <a:xfrm flipH="1">
            <a:off x="7778183" y="5479290"/>
            <a:ext cx="873424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9" name="Picture 148">
            <a:extLst>
              <a:ext uri="{FF2B5EF4-FFF2-40B4-BE49-F238E27FC236}">
                <a16:creationId xmlns:a16="http://schemas.microsoft.com/office/drawing/2014/main" id="{4A606623-1CF4-A3D3-AB2D-BC4FFF3E900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158972" y="5104044"/>
            <a:ext cx="619211" cy="750492"/>
          </a:xfrm>
          <a:prstGeom prst="rect">
            <a:avLst/>
          </a:prstGeom>
        </p:spPr>
      </p:pic>
      <p:sp>
        <p:nvSpPr>
          <p:cNvPr id="150" name="TextBox 149">
            <a:extLst>
              <a:ext uri="{FF2B5EF4-FFF2-40B4-BE49-F238E27FC236}">
                <a16:creationId xmlns:a16="http://schemas.microsoft.com/office/drawing/2014/main" id="{7861EE34-CAEF-209F-AE0D-9EA51BC8CDC5}"/>
              </a:ext>
            </a:extLst>
          </p:cNvPr>
          <p:cNvSpPr txBox="1"/>
          <p:nvPr/>
        </p:nvSpPr>
        <p:spPr bwMode="gray">
          <a:xfrm>
            <a:off x="7260809" y="5833658"/>
            <a:ext cx="758438" cy="122775"/>
          </a:xfrm>
          <a:prstGeom prst="rect">
            <a:avLst/>
          </a:prstGeom>
        </p:spPr>
        <p:txBody>
          <a:bodyPr wrap="square" lIns="0" r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Editor Agent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27E84FB1-F15E-6585-08FD-2A217457B9F6}"/>
              </a:ext>
            </a:extLst>
          </p:cNvPr>
          <p:cNvSpPr txBox="1"/>
          <p:nvPr/>
        </p:nvSpPr>
        <p:spPr>
          <a:xfrm>
            <a:off x="7041269" y="6024237"/>
            <a:ext cx="951252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Modifies Relevant Chunk  Based on User Feedback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8CADCD0D-5868-E71D-E0DA-E3E633410F60}"/>
              </a:ext>
            </a:extLst>
          </p:cNvPr>
          <p:cNvSpPr/>
          <p:nvPr/>
        </p:nvSpPr>
        <p:spPr>
          <a:xfrm rot="5400000">
            <a:off x="7566573" y="4399398"/>
            <a:ext cx="1408969" cy="2563291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  <p:txBody>
          <a:bodyPr rot="0" spcFirstLastPara="1" vertOverflow="overflow" horzOverflow="overflow" vert="horz" wrap="square" lIns="182880" tIns="182880" rIns="182880" bIns="182880" numCol="1" spcCol="3810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EDD667F-4B4B-E36D-9491-BB114C83A082}"/>
              </a:ext>
            </a:extLst>
          </p:cNvPr>
          <p:cNvSpPr txBox="1"/>
          <p:nvPr/>
        </p:nvSpPr>
        <p:spPr bwMode="gray">
          <a:xfrm>
            <a:off x="6989413" y="4975988"/>
            <a:ext cx="1817551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Feedback &amp; Correction Loop</a:t>
            </a: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037B807B-9A72-5630-9CC4-89D4A9A304A0}"/>
              </a:ext>
            </a:extLst>
          </p:cNvPr>
          <p:cNvCxnSpPr>
            <a:cxnSpLocks/>
            <a:stCxn id="149" idx="1"/>
            <a:endCxn id="126" idx="2"/>
          </p:cNvCxnSpPr>
          <p:nvPr/>
        </p:nvCxnSpPr>
        <p:spPr>
          <a:xfrm rot="10800000">
            <a:off x="6751452" y="3901484"/>
            <a:ext cx="407520" cy="1577806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: Elbow 171">
            <a:extLst>
              <a:ext uri="{FF2B5EF4-FFF2-40B4-BE49-F238E27FC236}">
                <a16:creationId xmlns:a16="http://schemas.microsoft.com/office/drawing/2014/main" id="{E1341C14-AA82-06B0-D7E9-D4168B94E77B}"/>
              </a:ext>
            </a:extLst>
          </p:cNvPr>
          <p:cNvCxnSpPr>
            <a:stCxn id="110" idx="0"/>
            <a:endCxn id="92" idx="3"/>
          </p:cNvCxnSpPr>
          <p:nvPr/>
        </p:nvCxnSpPr>
        <p:spPr>
          <a:xfrm rot="16200000" flipV="1">
            <a:off x="4853657" y="4341611"/>
            <a:ext cx="1117872" cy="1137829"/>
          </a:xfrm>
          <a:prstGeom prst="bentConnector3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2E852D14-1F46-9169-455C-455605C705AE}"/>
              </a:ext>
            </a:extLst>
          </p:cNvPr>
          <p:cNvSpPr txBox="1"/>
          <p:nvPr/>
        </p:nvSpPr>
        <p:spPr>
          <a:xfrm>
            <a:off x="6726885" y="4540153"/>
            <a:ext cx="789366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Updates Knowledge Base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25EA3431-276F-15DA-AAFD-34AC5E8E0B31}"/>
              </a:ext>
            </a:extLst>
          </p:cNvPr>
          <p:cNvSpPr txBox="1"/>
          <p:nvPr/>
        </p:nvSpPr>
        <p:spPr>
          <a:xfrm>
            <a:off x="4820517" y="4495332"/>
            <a:ext cx="789366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Run Ingestion Pipeline</a:t>
            </a: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06DC5186-601E-8E43-371B-111654B925A3}"/>
              </a:ext>
            </a:extLst>
          </p:cNvPr>
          <p:cNvCxnSpPr>
            <a:cxnSpLocks/>
            <a:stCxn id="104" idx="1"/>
            <a:endCxn id="129" idx="3"/>
          </p:cNvCxnSpPr>
          <p:nvPr/>
        </p:nvCxnSpPr>
        <p:spPr>
          <a:xfrm flipH="1" flipV="1">
            <a:off x="9270818" y="5479290"/>
            <a:ext cx="501455" cy="794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5911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Deloitte_US_Onscreen">
  <a:themeElements>
    <a:clrScheme name="Deloitte colors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046A38"/>
      </a:accent2>
      <a:accent3>
        <a:srgbClr val="62B5E5"/>
      </a:accent3>
      <a:accent4>
        <a:srgbClr val="012169"/>
      </a:accent4>
      <a:accent5>
        <a:srgbClr val="0097A9"/>
      </a:accent5>
      <a:accent6>
        <a:srgbClr val="75787B"/>
      </a:accent6>
      <a:hlink>
        <a:srgbClr val="00A3E0"/>
      </a:hlink>
      <a:folHlink>
        <a:srgbClr val="53565A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/>
      <a:bodyPr lIns="0" rIns="0" anchor="b" anchorCtr="0">
        <a:normAutofit fontScale="92500"/>
      </a:bodyPr>
      <a:lstStyle>
        <a:defPPr>
          <a:lnSpc>
            <a:spcPts val="900"/>
          </a:lnSpc>
          <a:defRPr sz="1300" b="1" dirty="0">
            <a:solidFill>
              <a:schemeClr val="tx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BGS template_wide screen.potx  -  Read-Only" id="{0152D48D-A2E7-4B7B-927F-B2EED9E86217}" vid="{A08CA74E-7EA7-45AB-B740-B31591D0C2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Aflac">
    <a:dk1>
      <a:srgbClr val="000000"/>
    </a:dk1>
    <a:lt1>
      <a:srgbClr val="FFFFFF"/>
    </a:lt1>
    <a:dk2>
      <a:srgbClr val="000000"/>
    </a:dk2>
    <a:lt2>
      <a:srgbClr val="F7F5F3"/>
    </a:lt2>
    <a:accent1>
      <a:srgbClr val="01A7E1"/>
    </a:accent1>
    <a:accent2>
      <a:srgbClr val="7D7D7D"/>
    </a:accent2>
    <a:accent3>
      <a:srgbClr val="F89728"/>
    </a:accent3>
    <a:accent4>
      <a:srgbClr val="B8BA3C"/>
    </a:accent4>
    <a:accent5>
      <a:srgbClr val="F8D147"/>
    </a:accent5>
    <a:accent6>
      <a:srgbClr val="C02B35"/>
    </a:accent6>
    <a:hlink>
      <a:srgbClr val="01A7E1"/>
    </a:hlink>
    <a:folHlink>
      <a:srgbClr val="7D7D7D"/>
    </a:folHlink>
  </a:clrScheme>
</a:themeOverrid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Widescreen</PresentationFormat>
  <Paragraphs>54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6" baseType="lpstr">
      <vt:lpstr>Aptos</vt:lpstr>
      <vt:lpstr>Aptos Light</vt:lpstr>
      <vt:lpstr>Arial</vt:lpstr>
      <vt:lpstr>Calibri</vt:lpstr>
      <vt:lpstr>Nexa Black</vt:lpstr>
      <vt:lpstr>Open Sans</vt:lpstr>
      <vt:lpstr>Open Sans Extrabold</vt:lpstr>
      <vt:lpstr>Open Sans Light</vt:lpstr>
      <vt:lpstr>Open Sans Regular</vt:lpstr>
      <vt:lpstr>Open Sans SemiBold</vt:lpstr>
      <vt:lpstr>Proxima Nova Rg</vt:lpstr>
      <vt:lpstr>Verdana</vt:lpstr>
      <vt:lpstr>Wingdings 2</vt:lpstr>
      <vt:lpstr>1_Deloitte_US_Onscreen</vt:lpstr>
      <vt:lpstr>think-cell Slide</vt:lpstr>
      <vt:lpstr>Knowledge Base Builder  - Architecture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M, Vignesh</dc:creator>
  <cp:lastModifiedBy>M, Vignesh</cp:lastModifiedBy>
  <cp:revision>1</cp:revision>
  <dcterms:created xsi:type="dcterms:W3CDTF">2026-05-21T10:02:13Z</dcterms:created>
  <dcterms:modified xsi:type="dcterms:W3CDTF">2026-05-21T10:02:36Z</dcterms:modified>
</cp:coreProperties>
</file>